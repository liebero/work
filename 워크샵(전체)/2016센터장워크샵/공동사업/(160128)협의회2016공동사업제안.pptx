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45" r:id="rId1"/>
  </p:sldMasterIdLst>
  <p:sldIdLst>
    <p:sldId id="261" r:id="rId2"/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29B206BD-DA01-4628-8E0B-DCF8E6E190FB}" type="datetimeFigureOut">
              <a:rPr lang="ko-KR" altLang="en-US" smtClean="0"/>
              <a:t>2016-01-08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657B85F-C499-40C8-839B-32A26BFD1F3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3501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206BD-DA01-4628-8E0B-DCF8E6E190FB}" type="datetimeFigureOut">
              <a:rPr lang="ko-KR" altLang="en-US" smtClean="0"/>
              <a:t>2016-01-08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B85F-C499-40C8-839B-32A26BFD1F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8668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206BD-DA01-4628-8E0B-DCF8E6E190FB}" type="datetimeFigureOut">
              <a:rPr lang="ko-KR" altLang="en-US" smtClean="0"/>
              <a:t>2016-01-08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B85F-C499-40C8-839B-32A26BFD1F3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6242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206BD-DA01-4628-8E0B-DCF8E6E190FB}" type="datetimeFigureOut">
              <a:rPr lang="ko-KR" altLang="en-US" smtClean="0"/>
              <a:t>2016-01-08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B85F-C499-40C8-839B-32A26BFD1F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5711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206BD-DA01-4628-8E0B-DCF8E6E190FB}" type="datetimeFigureOut">
              <a:rPr lang="ko-KR" altLang="en-US" smtClean="0"/>
              <a:t>2016-01-08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B85F-C499-40C8-839B-32A26BFD1F3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7177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206BD-DA01-4628-8E0B-DCF8E6E190FB}" type="datetimeFigureOut">
              <a:rPr lang="ko-KR" altLang="en-US" smtClean="0"/>
              <a:t>2016-01-08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B85F-C499-40C8-839B-32A26BFD1F3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9306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206BD-DA01-4628-8E0B-DCF8E6E190FB}" type="datetimeFigureOut">
              <a:rPr lang="ko-KR" altLang="en-US" smtClean="0"/>
              <a:t>2016-01-08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B85F-C499-40C8-839B-32A26BFD1F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1603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206BD-DA01-4628-8E0B-DCF8E6E190FB}" type="datetimeFigureOut">
              <a:rPr lang="ko-KR" altLang="en-US" smtClean="0"/>
              <a:t>2016-01-08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B85F-C499-40C8-839B-32A26BFD1F3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1331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206BD-DA01-4628-8E0B-DCF8E6E190FB}" type="datetimeFigureOut">
              <a:rPr lang="ko-KR" altLang="en-US" smtClean="0"/>
              <a:t>2016-01-08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B85F-C499-40C8-839B-32A26BFD1F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9134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206BD-DA01-4628-8E0B-DCF8E6E190FB}" type="datetimeFigureOut">
              <a:rPr lang="ko-KR" altLang="en-US" smtClean="0"/>
              <a:t>2016-01-08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B85F-C499-40C8-839B-32A26BFD1F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21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206BD-DA01-4628-8E0B-DCF8E6E190FB}" type="datetimeFigureOut">
              <a:rPr lang="ko-KR" altLang="en-US" smtClean="0"/>
              <a:t>2016-01-08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B85F-C499-40C8-839B-32A26BFD1F3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77882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206BD-DA01-4628-8E0B-DCF8E6E190FB}" type="datetimeFigureOut">
              <a:rPr lang="ko-KR" altLang="en-US" smtClean="0"/>
              <a:t>2016-01-08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B85F-C499-40C8-839B-32A26BFD1F3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67733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206BD-DA01-4628-8E0B-DCF8E6E190FB}" type="datetimeFigureOut">
              <a:rPr lang="ko-KR" altLang="en-US" smtClean="0"/>
              <a:t>2016-01-08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B85F-C499-40C8-839B-32A26BFD1F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36810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206BD-DA01-4628-8E0B-DCF8E6E190FB}" type="datetimeFigureOut">
              <a:rPr lang="ko-KR" altLang="en-US" smtClean="0"/>
              <a:t>2016-01-08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B85F-C499-40C8-839B-32A26BFD1F3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6173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206BD-DA01-4628-8E0B-DCF8E6E190FB}" type="datetimeFigureOut">
              <a:rPr lang="ko-KR" altLang="en-US" smtClean="0"/>
              <a:t>2016-01-08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B85F-C499-40C8-839B-32A26BFD1F3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97976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206BD-DA01-4628-8E0B-DCF8E6E190FB}" type="datetimeFigureOut">
              <a:rPr lang="ko-KR" altLang="en-US" smtClean="0"/>
              <a:t>2016-01-08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B85F-C499-40C8-839B-32A26BFD1F3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4206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206BD-DA01-4628-8E0B-DCF8E6E190FB}" type="datetimeFigureOut">
              <a:rPr lang="ko-KR" altLang="en-US" smtClean="0"/>
              <a:t>2016-01-08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B85F-C499-40C8-839B-32A26BFD1F30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46755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206BD-DA01-4628-8E0B-DCF8E6E190FB}" type="datetimeFigureOut">
              <a:rPr lang="ko-KR" altLang="en-US" smtClean="0"/>
              <a:t>2016-01-08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7B85F-C499-40C8-839B-32A26BFD1F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8020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9B206BD-DA01-4628-8E0B-DCF8E6E190FB}" type="datetimeFigureOut">
              <a:rPr lang="ko-KR" altLang="en-US" smtClean="0"/>
              <a:t>2016-01-08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657B85F-C499-40C8-839B-32A26BFD1F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538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6" r:id="rId1"/>
    <p:sldLayoutId id="2147484047" r:id="rId2"/>
    <p:sldLayoutId id="2147484048" r:id="rId3"/>
    <p:sldLayoutId id="2147484049" r:id="rId4"/>
    <p:sldLayoutId id="2147484050" r:id="rId5"/>
    <p:sldLayoutId id="2147484051" r:id="rId6"/>
    <p:sldLayoutId id="2147484052" r:id="rId7"/>
    <p:sldLayoutId id="2147484053" r:id="rId8"/>
    <p:sldLayoutId id="2147484054" r:id="rId9"/>
    <p:sldLayoutId id="2147484055" r:id="rId10"/>
    <p:sldLayoutId id="2147484056" r:id="rId11"/>
    <p:sldLayoutId id="2147484057" r:id="rId12"/>
    <p:sldLayoutId id="2147484058" r:id="rId13"/>
    <p:sldLayoutId id="2147484059" r:id="rId14"/>
    <p:sldLayoutId id="2147484060" r:id="rId15"/>
    <p:sldLayoutId id="2147484061" r:id="rId16"/>
    <p:sldLayoutId id="2147484062" r:id="rId17"/>
    <p:sldLayoutId id="2147484063" r:id="rId18"/>
  </p:sldLayoutIdLst>
  <p:txStyles>
    <p:titleStyle>
      <a:lvl1pPr algn="ctr" defTabSz="457200" rtl="0" eaLnBrk="1" latinLnBrk="1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ctrTitle"/>
          </p:nvPr>
        </p:nvSpPr>
        <p:spPr>
          <a:xfrm>
            <a:off x="1524000" y="1754659"/>
            <a:ext cx="9144000" cy="1755303"/>
          </a:xfrm>
        </p:spPr>
        <p:txBody>
          <a:bodyPr>
            <a:normAutofit fontScale="90000"/>
          </a:bodyPr>
          <a:lstStyle/>
          <a:p>
            <a:pPr fontAlgn="base">
              <a:lnSpc>
                <a:spcPct val="130000"/>
              </a:lnSpc>
            </a:pPr>
            <a:r>
              <a:rPr lang="en-US" altLang="ko-KR" sz="4000" dirty="0" smtClean="0"/>
              <a:t/>
            </a:r>
            <a:br>
              <a:rPr lang="en-US" altLang="ko-KR" sz="4000" dirty="0" smtClean="0"/>
            </a:br>
            <a:r>
              <a:rPr lang="en-US" altLang="ko-KR" sz="4000" dirty="0" smtClean="0"/>
              <a:t>2016</a:t>
            </a:r>
            <a:r>
              <a:rPr lang="ko-KR" altLang="en-US" sz="4000" dirty="0"/>
              <a:t>년 유통시스템 개선을 위한 </a:t>
            </a:r>
            <a:r>
              <a:rPr lang="en-US" altLang="ko-KR" sz="4000" dirty="0" smtClean="0"/>
              <a:t/>
            </a:r>
            <a:br>
              <a:rPr lang="en-US" altLang="ko-KR" sz="4000" dirty="0" smtClean="0"/>
            </a:br>
            <a:r>
              <a:rPr lang="ko-KR" altLang="en-US" sz="4000" dirty="0" smtClean="0"/>
              <a:t>공동사업 </a:t>
            </a:r>
            <a:r>
              <a:rPr lang="ko-KR" altLang="en-US" sz="4000" dirty="0"/>
              <a:t>기본계획</a:t>
            </a:r>
            <a:r>
              <a:rPr lang="en-US" altLang="ko-KR" sz="4000" dirty="0"/>
              <a:t>(</a:t>
            </a:r>
            <a:r>
              <a:rPr lang="ko-KR" altLang="en-US" sz="4000" dirty="0"/>
              <a:t>안</a:t>
            </a:r>
            <a:r>
              <a:rPr lang="en-US" altLang="ko-KR" sz="4000" dirty="0" smtClean="0"/>
              <a:t>)</a:t>
            </a:r>
            <a:endParaRPr lang="ko-KR" altLang="en-US" sz="4000" dirty="0"/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>
          <a:xfrm>
            <a:off x="1524000" y="4077002"/>
            <a:ext cx="9144000" cy="165576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ko-KR" sz="2200" dirty="0" smtClean="0"/>
              <a:t>2016</a:t>
            </a:r>
            <a:r>
              <a:rPr lang="ko-KR" altLang="en-US" sz="2200" dirty="0" smtClean="0"/>
              <a:t>년 </a:t>
            </a:r>
            <a:r>
              <a:rPr lang="en-US" altLang="ko-KR" sz="2200" dirty="0" smtClean="0"/>
              <a:t>1</a:t>
            </a:r>
            <a:r>
              <a:rPr lang="ko-KR" altLang="en-US" sz="2200" dirty="0" smtClean="0"/>
              <a:t>월 </a:t>
            </a:r>
            <a:r>
              <a:rPr lang="en-US" altLang="ko-KR" sz="2200" dirty="0" smtClean="0"/>
              <a:t>28</a:t>
            </a:r>
            <a:r>
              <a:rPr lang="ko-KR" altLang="en-US" sz="2200" dirty="0" smtClean="0"/>
              <a:t>일 </a:t>
            </a:r>
            <a:r>
              <a:rPr lang="en-US" altLang="ko-KR" sz="2200" dirty="0" smtClean="0"/>
              <a:t>(</a:t>
            </a:r>
            <a:r>
              <a:rPr lang="ko-KR" altLang="en-US" sz="2200" dirty="0" smtClean="0"/>
              <a:t>목</a:t>
            </a:r>
            <a:r>
              <a:rPr lang="en-US" altLang="ko-KR" sz="2200" dirty="0" smtClean="0"/>
              <a:t>)</a:t>
            </a:r>
          </a:p>
          <a:p>
            <a:pPr>
              <a:lnSpc>
                <a:spcPct val="120000"/>
              </a:lnSpc>
            </a:pPr>
            <a:r>
              <a:rPr lang="ko-KR" altLang="en-US" sz="2200" dirty="0" smtClean="0"/>
              <a:t>안양군포의왕 </a:t>
            </a:r>
            <a:r>
              <a:rPr lang="ko-KR" altLang="en-US" sz="2200" dirty="0" err="1" smtClean="0"/>
              <a:t>공동급식지원센터장</a:t>
            </a:r>
            <a:r>
              <a:rPr lang="ko-KR" altLang="en-US" sz="2200" dirty="0" smtClean="0"/>
              <a:t> 황영묵</a:t>
            </a:r>
            <a:endParaRPr lang="ko-KR" altLang="en-US" sz="2200" dirty="0"/>
          </a:p>
        </p:txBody>
      </p:sp>
      <p:sp>
        <p:nvSpPr>
          <p:cNvPr id="7" name="TextBox 6"/>
          <p:cNvSpPr txBox="1"/>
          <p:nvPr/>
        </p:nvSpPr>
        <p:spPr>
          <a:xfrm>
            <a:off x="2792627" y="1746421"/>
            <a:ext cx="4209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경기도 학교급식지원센터협의회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757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공동사업의 배경</a:t>
            </a:r>
            <a:r>
              <a:rPr lang="en-US" altLang="ko-KR"/>
              <a:t>(</a:t>
            </a:r>
            <a:r>
              <a:rPr lang="ko-KR" altLang="en-US"/>
              <a:t>필요성</a:t>
            </a:r>
            <a:r>
              <a:rPr lang="en-US" altLang="ko-KR"/>
              <a:t>)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/>
            <a:r>
              <a:rPr lang="ko-KR" altLang="en-US"/>
              <a:t>경기도의 친환경농산물 차액지원사업</a:t>
            </a:r>
            <a:r>
              <a:rPr lang="en-US" altLang="ko-KR"/>
              <a:t>, </a:t>
            </a:r>
            <a:r>
              <a:rPr lang="ko-KR" altLang="en-US"/>
              <a:t>교육청의 가공품 공동구매 사업</a:t>
            </a:r>
            <a:r>
              <a:rPr lang="en-US" altLang="ko-KR"/>
              <a:t>, </a:t>
            </a:r>
            <a:r>
              <a:rPr lang="ko-KR" altLang="en-US"/>
              <a:t>시</a:t>
            </a:r>
            <a:r>
              <a:rPr lang="en-US" altLang="ko-KR"/>
              <a:t>·</a:t>
            </a:r>
            <a:r>
              <a:rPr lang="ko-KR" altLang="en-US"/>
              <a:t>군센터의 수산물</a:t>
            </a:r>
            <a:r>
              <a:rPr lang="en-US" altLang="ko-KR"/>
              <a:t>, </a:t>
            </a:r>
            <a:r>
              <a:rPr lang="ko-KR" altLang="en-US"/>
              <a:t>김치 공동구매 사업 등 기관별 식재료 공공조달시스템이 안정화되고 있음</a:t>
            </a:r>
          </a:p>
          <a:p>
            <a:pPr lvl="0"/>
            <a:r>
              <a:rPr lang="ko-KR" altLang="en-US"/>
              <a:t>기관간의 연계를 통한 공통사업의 필요성이 제기됨</a:t>
            </a:r>
            <a:r>
              <a:rPr lang="en-US" altLang="ko-KR"/>
              <a:t>, </a:t>
            </a:r>
            <a:r>
              <a:rPr lang="ko-KR" altLang="en-US"/>
              <a:t>이에 따라 광역단위 전산시스템의 구축</a:t>
            </a:r>
            <a:r>
              <a:rPr lang="en-US" altLang="ko-KR"/>
              <a:t>, </a:t>
            </a:r>
            <a:r>
              <a:rPr lang="ko-KR" altLang="en-US"/>
              <a:t>수산물 방사능 검사의 연계체계 마련 등 필요사업들이 진행 중</a:t>
            </a:r>
          </a:p>
          <a:p>
            <a:pPr lvl="0"/>
            <a:r>
              <a:rPr lang="ko-KR" altLang="en-US"/>
              <a:t>시</a:t>
            </a:r>
            <a:r>
              <a:rPr lang="en-US" altLang="ko-KR"/>
              <a:t>·</a:t>
            </a:r>
            <a:r>
              <a:rPr lang="ko-KR" altLang="en-US"/>
              <a:t>군센터 협의회를 통하여 수산물 방사성물질 점검 등 사업의 연계가 활발하기 이루어지고 있어 구체적인 공동사업계획 필요</a:t>
            </a:r>
          </a:p>
        </p:txBody>
      </p:sp>
    </p:spTree>
    <p:extLst>
      <p:ext uri="{BB962C8B-B14F-4D97-AF65-F5344CB8AC3E}">
        <p14:creationId xmlns:p14="http://schemas.microsoft.com/office/powerpoint/2010/main" val="935991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공동사업의 목표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ko-KR" altLang="en-US"/>
              <a:t>시</a:t>
            </a:r>
            <a:r>
              <a:rPr lang="en-US" altLang="ko-KR"/>
              <a:t>·</a:t>
            </a:r>
            <a:r>
              <a:rPr lang="ko-KR" altLang="en-US"/>
              <a:t>군센터간의 동일사업에 대한 공동연계를 통한 효율성 및 효과성 배가</a:t>
            </a:r>
          </a:p>
          <a:p>
            <a:pPr lvl="0"/>
            <a:r>
              <a:rPr lang="ko-KR" altLang="en-US"/>
              <a:t>정보공유를 통한 선진사업에 대한 밴치마킹 및 사업의 고도화</a:t>
            </a:r>
          </a:p>
          <a:p>
            <a:pPr lvl="0"/>
            <a:r>
              <a:rPr lang="ko-KR" altLang="en-US"/>
              <a:t>시군센터와 도청</a:t>
            </a:r>
            <a:r>
              <a:rPr lang="en-US" altLang="ko-KR"/>
              <a:t>, </a:t>
            </a:r>
            <a:r>
              <a:rPr lang="ko-KR" altLang="en-US"/>
              <a:t>교육청과의 유기적인 관계체계 마련</a:t>
            </a:r>
          </a:p>
          <a:p>
            <a:pPr lvl="0"/>
            <a:r>
              <a:rPr lang="ko-KR" altLang="en-US"/>
              <a:t>광역 유통망 활용을 통한 지역단위 계약재배 확대 및 지역유통망의 구축</a:t>
            </a:r>
          </a:p>
        </p:txBody>
      </p:sp>
    </p:spTree>
    <p:extLst>
      <p:ext uri="{BB962C8B-B14F-4D97-AF65-F5344CB8AC3E}">
        <p14:creationId xmlns:p14="http://schemas.microsoft.com/office/powerpoint/2010/main" val="3166684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2016</a:t>
            </a:r>
            <a:r>
              <a:rPr lang="ko-KR" altLang="en-US"/>
              <a:t>년 추진전략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ko-KR" altLang="en-US"/>
              <a:t>경기도 수발주시스템에 농</a:t>
            </a:r>
            <a:r>
              <a:rPr lang="en-US" altLang="ko-KR"/>
              <a:t>·</a:t>
            </a:r>
            <a:r>
              <a:rPr lang="ko-KR" altLang="en-US"/>
              <a:t>수</a:t>
            </a:r>
            <a:r>
              <a:rPr lang="en-US" altLang="ko-KR"/>
              <a:t>·</a:t>
            </a:r>
            <a:r>
              <a:rPr lang="ko-KR" altLang="en-US"/>
              <a:t>축</a:t>
            </a:r>
            <a:r>
              <a:rPr lang="en-US" altLang="ko-KR"/>
              <a:t>·</a:t>
            </a:r>
            <a:r>
              <a:rPr lang="ko-KR" altLang="en-US"/>
              <a:t>공 전 품목 활용을 통한 정보의 공공화</a:t>
            </a:r>
            <a:r>
              <a:rPr lang="en-US" altLang="ko-KR"/>
              <a:t>, </a:t>
            </a:r>
            <a:r>
              <a:rPr lang="ko-KR" altLang="en-US"/>
              <a:t>공개화</a:t>
            </a:r>
            <a:r>
              <a:rPr lang="en-US" altLang="ko-KR"/>
              <a:t>, </a:t>
            </a:r>
            <a:r>
              <a:rPr lang="ko-KR" altLang="en-US"/>
              <a:t>학교급식 행정업무의 효율화 도모</a:t>
            </a:r>
          </a:p>
          <a:p>
            <a:pPr lvl="0"/>
            <a:r>
              <a:rPr lang="ko-KR" altLang="en-US"/>
              <a:t>수산물 공동구매의 지역 확대 및 합동점검을 통한 효율화와 업무정교화 도모</a:t>
            </a:r>
          </a:p>
          <a:p>
            <a:pPr lvl="0"/>
            <a:r>
              <a:rPr lang="ko-KR" altLang="en-US"/>
              <a:t>가공품 공동구매 시업사업의 확대를 통한 지역유통시스템 개선</a:t>
            </a:r>
          </a:p>
          <a:p>
            <a:pPr lvl="0"/>
            <a:r>
              <a:rPr lang="ko-KR" altLang="en-US"/>
              <a:t>친환경농산물과 가공품의 물류 및 배송의 단일화 추진</a:t>
            </a:r>
          </a:p>
        </p:txBody>
      </p:sp>
    </p:spTree>
    <p:extLst>
      <p:ext uri="{BB962C8B-B14F-4D97-AF65-F5344CB8AC3E}">
        <p14:creationId xmlns:p14="http://schemas.microsoft.com/office/powerpoint/2010/main" val="2822716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2016</a:t>
            </a:r>
            <a:r>
              <a:rPr lang="ko-KR" altLang="en-US" dirty="0"/>
              <a:t>년 세부계획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ko-KR" altLang="en-US" dirty="0"/>
              <a:t>경기도 </a:t>
            </a:r>
            <a:r>
              <a:rPr lang="ko-KR" altLang="en-US" dirty="0" err="1"/>
              <a:t>수발주시스템의</a:t>
            </a:r>
            <a:r>
              <a:rPr lang="ko-KR" altLang="en-US" dirty="0"/>
              <a:t> 시군 급식센터의 활용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ko-KR" altLang="en-US" dirty="0"/>
              <a:t>공공조달시스템을 통해 공급되는 농</a:t>
            </a:r>
            <a:r>
              <a:rPr lang="en-US" altLang="ko-KR" dirty="0"/>
              <a:t>·</a:t>
            </a:r>
            <a:r>
              <a:rPr lang="ko-KR" altLang="en-US" dirty="0"/>
              <a:t>수</a:t>
            </a:r>
            <a:r>
              <a:rPr lang="en-US" altLang="ko-KR" dirty="0"/>
              <a:t>·</a:t>
            </a:r>
            <a:r>
              <a:rPr lang="ko-KR" altLang="en-US" dirty="0"/>
              <a:t>축</a:t>
            </a:r>
            <a:r>
              <a:rPr lang="en-US" altLang="ko-KR" dirty="0"/>
              <a:t>·</a:t>
            </a:r>
            <a:r>
              <a:rPr lang="ko-KR" altLang="en-US" dirty="0"/>
              <a:t>공 전 품목의 </a:t>
            </a:r>
            <a:r>
              <a:rPr lang="ko-KR" altLang="en-US" dirty="0" err="1"/>
              <a:t>수발주시스템</a:t>
            </a:r>
            <a:r>
              <a:rPr lang="ko-KR" altLang="en-US" dirty="0"/>
              <a:t> 구축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ko-KR" altLang="en-US" dirty="0"/>
              <a:t>상반기 시범센터 운영을 통하여 충분한 </a:t>
            </a:r>
            <a:r>
              <a:rPr lang="ko-KR" altLang="en-US" dirty="0" err="1"/>
              <a:t>시험후</a:t>
            </a:r>
            <a:r>
              <a:rPr lang="ko-KR" altLang="en-US" dirty="0"/>
              <a:t> 하반기 전체 센터로 </a:t>
            </a:r>
            <a:r>
              <a:rPr lang="ko-KR" altLang="en-US" dirty="0" smtClean="0"/>
              <a:t>확대</a:t>
            </a:r>
            <a:endParaRPr lang="ko-KR" altLang="en-US" dirty="0"/>
          </a:p>
          <a:p>
            <a:pPr lvl="0"/>
            <a:r>
              <a:rPr lang="ko-KR" altLang="en-US" dirty="0"/>
              <a:t>수산물 공동구매 업체 추천 사업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ko-KR" altLang="en-US" dirty="0"/>
              <a:t>협의회 </a:t>
            </a:r>
            <a:r>
              <a:rPr lang="ko-KR" altLang="en-US" dirty="0" err="1"/>
              <a:t>공통안을</a:t>
            </a:r>
            <a:r>
              <a:rPr lang="ko-KR" altLang="en-US" dirty="0"/>
              <a:t> 바탕으로 한 수산물공동구매의 지역 확대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ko-KR" altLang="en-US" dirty="0"/>
              <a:t>경기도</a:t>
            </a:r>
            <a:r>
              <a:rPr lang="en-US" altLang="ko-KR" dirty="0"/>
              <a:t>(</a:t>
            </a:r>
            <a:r>
              <a:rPr lang="ko-KR" altLang="en-US" dirty="0"/>
              <a:t>보건환경연구원</a:t>
            </a:r>
            <a:r>
              <a:rPr lang="en-US" altLang="ko-KR" dirty="0"/>
              <a:t>)</a:t>
            </a:r>
            <a:r>
              <a:rPr lang="ko-KR" altLang="en-US" dirty="0"/>
              <a:t>와 연계한 합동점검의 </a:t>
            </a:r>
            <a:r>
              <a:rPr lang="ko-KR" altLang="en-US" dirty="0" smtClean="0"/>
              <a:t>활성화 및 점검체계 강화</a:t>
            </a:r>
            <a:endParaRPr lang="ko-KR" alt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ko-KR" altLang="en-US" dirty="0"/>
              <a:t>인근센터간의 업체의 공동선정 추진 </a:t>
            </a:r>
            <a:r>
              <a:rPr lang="en-US" altLang="ko-KR" dirty="0"/>
              <a:t>(</a:t>
            </a:r>
            <a:r>
              <a:rPr lang="ko-KR" altLang="en-US" dirty="0"/>
              <a:t>참여업체의 확대 목표</a:t>
            </a:r>
            <a:r>
              <a:rPr lang="en-US" altLang="ko-KR" dirty="0"/>
              <a:t>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ko-KR" altLang="en-US" dirty="0"/>
              <a:t>정기적인 수산물</a:t>
            </a:r>
            <a:r>
              <a:rPr lang="en-US" altLang="ko-KR" dirty="0"/>
              <a:t>T/F</a:t>
            </a:r>
            <a:r>
              <a:rPr lang="ko-KR" altLang="en-US" dirty="0"/>
              <a:t>팀 회의를 통한 실행 사항 점검</a:t>
            </a:r>
          </a:p>
        </p:txBody>
      </p:sp>
    </p:spTree>
    <p:extLst>
      <p:ext uri="{BB962C8B-B14F-4D97-AF65-F5344CB8AC3E}">
        <p14:creationId xmlns:p14="http://schemas.microsoft.com/office/powerpoint/2010/main" val="3996641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2016</a:t>
            </a:r>
            <a:r>
              <a:rPr lang="ko-KR" altLang="en-US" dirty="0"/>
              <a:t>년 세부계획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 lvl="0"/>
            <a:r>
              <a:rPr lang="ko-KR" altLang="en-US" dirty="0"/>
              <a:t>가공품 공동구매 업체 추천 사업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ko-KR" altLang="en-US" dirty="0" err="1"/>
              <a:t>안군의센터의</a:t>
            </a:r>
            <a:r>
              <a:rPr lang="ko-KR" altLang="en-US" dirty="0"/>
              <a:t> 상반기 시범사업에 대한 평가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ko-KR" altLang="en-US" dirty="0"/>
              <a:t>하반기 가공품 공동구매 대상 지역 확대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ko-KR" altLang="en-US" dirty="0"/>
              <a:t>경기도와 협의를 거쳐 배송 효율화 도모</a:t>
            </a:r>
          </a:p>
          <a:p>
            <a:pPr lvl="0"/>
            <a:r>
              <a:rPr lang="ko-KR" altLang="en-US" dirty="0"/>
              <a:t>지역의 유통망 구축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ko-KR" altLang="en-US" dirty="0"/>
              <a:t>경기도 </a:t>
            </a:r>
            <a:r>
              <a:rPr lang="ko-KR" altLang="en-US" dirty="0" err="1"/>
              <a:t>전산수발주시스템을</a:t>
            </a:r>
            <a:r>
              <a:rPr lang="ko-KR" altLang="en-US" dirty="0"/>
              <a:t> 통한 공공조달의 지역단위 정보시스템 구축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ko-KR" altLang="en-US" dirty="0"/>
              <a:t>시흥</a:t>
            </a:r>
            <a:r>
              <a:rPr lang="en-US" altLang="ko-KR" dirty="0"/>
              <a:t>, </a:t>
            </a:r>
            <a:r>
              <a:rPr lang="ko-KR" altLang="en-US" dirty="0"/>
              <a:t>김포를 중심으로 </a:t>
            </a:r>
            <a:r>
              <a:rPr lang="ko-KR" altLang="en-US" dirty="0" err="1"/>
              <a:t>전산수발주시스템을</a:t>
            </a:r>
            <a:r>
              <a:rPr lang="ko-KR" altLang="en-US" dirty="0"/>
              <a:t> 통한 </a:t>
            </a:r>
            <a:r>
              <a:rPr lang="ko-KR" altLang="en-US" dirty="0" err="1"/>
              <a:t>지역내</a:t>
            </a:r>
            <a:r>
              <a:rPr lang="ko-KR" altLang="en-US" dirty="0"/>
              <a:t> 계약재배 확대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ko-KR" altLang="en-US" dirty="0"/>
              <a:t>경기도의 친환경 농산물과 교육청의 가공품의 </a:t>
            </a:r>
            <a:r>
              <a:rPr lang="ko-KR" altLang="en-US" dirty="0" err="1"/>
              <a:t>지역내에서</a:t>
            </a:r>
            <a:r>
              <a:rPr lang="ko-KR" altLang="en-US" dirty="0"/>
              <a:t> 공동 배송하는 유통시스템 구축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ko-KR" altLang="en-US" dirty="0" err="1"/>
              <a:t>센터별</a:t>
            </a:r>
            <a:r>
              <a:rPr lang="ko-KR" altLang="en-US" dirty="0"/>
              <a:t> 농산물 및 가공품의 공급업체 공동 선발</a:t>
            </a:r>
          </a:p>
        </p:txBody>
      </p:sp>
    </p:spTree>
    <p:extLst>
      <p:ext uri="{BB962C8B-B14F-4D97-AF65-F5344CB8AC3E}">
        <p14:creationId xmlns:p14="http://schemas.microsoft.com/office/powerpoint/2010/main" val="33479966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자연주의">
  <a:themeElements>
    <a:clrScheme name="자연주의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자연주의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자연주의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11</TotalTime>
  <Words>302</Words>
  <Application>Microsoft Office PowerPoint</Application>
  <PresentationFormat>와이드스크린</PresentationFormat>
  <Paragraphs>37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2" baseType="lpstr">
      <vt:lpstr>돋움</vt:lpstr>
      <vt:lpstr>바탕</vt:lpstr>
      <vt:lpstr>Arial</vt:lpstr>
      <vt:lpstr>Garamond</vt:lpstr>
      <vt:lpstr>Wingdings</vt:lpstr>
      <vt:lpstr>자연주의</vt:lpstr>
      <vt:lpstr> 2016년 유통시스템 개선을 위한  공동사업 기본계획(안)</vt:lpstr>
      <vt:lpstr>공동사업의 배경(필요성)</vt:lpstr>
      <vt:lpstr>공동사업의 목표</vt:lpstr>
      <vt:lpstr>2016년 추진전략</vt:lpstr>
      <vt:lpstr>2016년 세부계획</vt:lpstr>
      <vt:lpstr>2016년 세부계획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2016년 유통시스템 개선을 위한  공동사업 기본계획(안)</dc:title>
  <dc:creator>liebero h</dc:creator>
  <cp:lastModifiedBy>liebero h</cp:lastModifiedBy>
  <cp:revision>3</cp:revision>
  <dcterms:created xsi:type="dcterms:W3CDTF">2016-01-08T05:12:39Z</dcterms:created>
  <dcterms:modified xsi:type="dcterms:W3CDTF">2016-01-08T05:42:32Z</dcterms:modified>
</cp:coreProperties>
</file>