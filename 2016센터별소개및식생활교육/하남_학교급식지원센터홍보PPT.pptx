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1" r:id="rId4"/>
    <p:sldId id="259" r:id="rId5"/>
    <p:sldId id="263" r:id="rId6"/>
    <p:sldId id="272" r:id="rId7"/>
    <p:sldId id="268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/>
  </p:normalViewPr>
  <p:slideViewPr>
    <p:cSldViewPr>
      <p:cViewPr varScale="1">
        <p:scale>
          <a:sx n="110" d="100"/>
          <a:sy n="110" d="100"/>
        </p:scale>
        <p:origin x="16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D24ED-4990-4F46-AB89-FB70A09FD1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A9BF5CAC-265D-41F2-8EAF-D8B35B7E6F36}">
      <dgm:prSet phldrT="[텍스트]"/>
      <dgm:spPr/>
      <dgm:t>
        <a:bodyPr/>
        <a:lstStyle/>
        <a:p>
          <a:pPr latinLnBrk="1"/>
          <a:r>
            <a:rPr lang="en-US" altLang="ko-KR" dirty="0" smtClean="0"/>
            <a:t>- </a:t>
          </a:r>
          <a:r>
            <a:rPr lang="ko-KR" altLang="en-US" dirty="0" smtClean="0"/>
            <a:t>설립일 </a:t>
          </a:r>
          <a:r>
            <a:rPr lang="en-US" altLang="ko-KR" dirty="0" smtClean="0"/>
            <a:t>: 2011</a:t>
          </a:r>
          <a:r>
            <a:rPr lang="ko-KR" altLang="en-US" dirty="0" smtClean="0"/>
            <a:t>년 </a:t>
          </a:r>
          <a:r>
            <a:rPr lang="en-US" altLang="ko-KR" dirty="0" smtClean="0"/>
            <a:t>1</a:t>
          </a:r>
          <a:r>
            <a:rPr lang="ko-KR" altLang="en-US" dirty="0" smtClean="0"/>
            <a:t>월 </a:t>
          </a:r>
          <a:r>
            <a:rPr lang="en-US" altLang="ko-KR" dirty="0" smtClean="0"/>
            <a:t>27</a:t>
          </a:r>
          <a:r>
            <a:rPr lang="ko-KR" altLang="en-US" dirty="0" smtClean="0"/>
            <a:t>일</a:t>
          </a:r>
          <a:endParaRPr lang="ko-KR" altLang="en-US" dirty="0"/>
        </a:p>
      </dgm:t>
    </dgm:pt>
    <dgm:pt modelId="{81F01B28-FBBE-4508-92BC-21AAD7F570DD}" type="parTrans" cxnId="{AA6FD637-7EE5-4477-A5A1-E840B09181FD}">
      <dgm:prSet/>
      <dgm:spPr/>
      <dgm:t>
        <a:bodyPr/>
        <a:lstStyle/>
        <a:p>
          <a:pPr latinLnBrk="1"/>
          <a:endParaRPr lang="ko-KR" altLang="en-US"/>
        </a:p>
      </dgm:t>
    </dgm:pt>
    <dgm:pt modelId="{7FB4CECB-A0A9-4AC7-813C-693790A0DC68}" type="sibTrans" cxnId="{AA6FD637-7EE5-4477-A5A1-E840B09181FD}">
      <dgm:prSet/>
      <dgm:spPr/>
      <dgm:t>
        <a:bodyPr/>
        <a:lstStyle/>
        <a:p>
          <a:pPr latinLnBrk="1"/>
          <a:endParaRPr lang="ko-KR" altLang="en-US"/>
        </a:p>
      </dgm:t>
    </dgm:pt>
    <dgm:pt modelId="{C80E7050-1F4D-4859-92AB-5B73D6974EDC}">
      <dgm:prSet phldrT="[텍스트]"/>
      <dgm:spPr/>
      <dgm:t>
        <a:bodyPr/>
        <a:lstStyle/>
        <a:p>
          <a:pPr latinLnBrk="1"/>
          <a:r>
            <a:rPr lang="en-US" altLang="ko-KR" dirty="0" smtClean="0"/>
            <a:t>- </a:t>
          </a:r>
          <a:r>
            <a:rPr lang="ko-KR" altLang="en-US" dirty="0" smtClean="0"/>
            <a:t>구성원 </a:t>
          </a:r>
          <a:r>
            <a:rPr lang="en-US" altLang="ko-KR" dirty="0" smtClean="0"/>
            <a:t>: </a:t>
          </a:r>
          <a:r>
            <a:rPr lang="ko-KR" altLang="en-US" dirty="0" err="1" smtClean="0"/>
            <a:t>센터장</a:t>
          </a:r>
          <a:r>
            <a:rPr lang="en-US" altLang="ko-KR" dirty="0" smtClean="0"/>
            <a:t>(</a:t>
          </a:r>
          <a:r>
            <a:rPr lang="ko-KR" altLang="en-US" dirty="0" smtClean="0"/>
            <a:t>하남시장</a:t>
          </a:r>
          <a:r>
            <a:rPr lang="en-US" altLang="ko-KR" dirty="0" smtClean="0"/>
            <a:t>), </a:t>
          </a:r>
          <a:r>
            <a:rPr lang="ko-KR" altLang="en-US" dirty="0" smtClean="0"/>
            <a:t>사무국장</a:t>
          </a:r>
          <a:r>
            <a:rPr lang="en-US" altLang="ko-KR" dirty="0" smtClean="0"/>
            <a:t>, </a:t>
          </a:r>
          <a:r>
            <a:rPr lang="ko-KR" altLang="en-US" dirty="0" smtClean="0"/>
            <a:t>사무원</a:t>
          </a:r>
          <a:r>
            <a:rPr lang="en-US" altLang="ko-KR" dirty="0" smtClean="0"/>
            <a:t>, </a:t>
          </a:r>
          <a:r>
            <a:rPr lang="ko-KR" altLang="en-US" dirty="0" smtClean="0"/>
            <a:t>영양사</a:t>
          </a:r>
          <a:endParaRPr lang="ko-KR" altLang="en-US" dirty="0"/>
        </a:p>
      </dgm:t>
    </dgm:pt>
    <dgm:pt modelId="{5E72724B-F5CF-4DE2-8AD0-1B228FB30A23}" type="parTrans" cxnId="{C666E8D2-9A67-4C48-AC08-EF15711C3FF2}">
      <dgm:prSet/>
      <dgm:spPr/>
      <dgm:t>
        <a:bodyPr/>
        <a:lstStyle/>
        <a:p>
          <a:pPr latinLnBrk="1"/>
          <a:endParaRPr lang="ko-KR" altLang="en-US"/>
        </a:p>
      </dgm:t>
    </dgm:pt>
    <dgm:pt modelId="{1CFB3550-D5C5-41C8-8C39-C00303CA090A}" type="sibTrans" cxnId="{C666E8D2-9A67-4C48-AC08-EF15711C3FF2}">
      <dgm:prSet/>
      <dgm:spPr/>
      <dgm:t>
        <a:bodyPr/>
        <a:lstStyle/>
        <a:p>
          <a:pPr latinLnBrk="1"/>
          <a:endParaRPr lang="ko-KR" altLang="en-US"/>
        </a:p>
      </dgm:t>
    </dgm:pt>
    <dgm:pt modelId="{8F38F26B-132B-4024-B3C2-1C1E009CAAAA}">
      <dgm:prSet phldrT="[텍스트]"/>
      <dgm:spPr/>
      <dgm:t>
        <a:bodyPr/>
        <a:lstStyle/>
        <a:p>
          <a:pPr latinLnBrk="1"/>
          <a:r>
            <a:rPr lang="en-US" altLang="ko-KR" dirty="0" smtClean="0"/>
            <a:t>- </a:t>
          </a:r>
          <a:r>
            <a:rPr lang="ko-KR" altLang="en-US" dirty="0" smtClean="0"/>
            <a:t>기  능 </a:t>
          </a:r>
          <a:r>
            <a:rPr lang="en-US" altLang="ko-KR" dirty="0" smtClean="0"/>
            <a:t>: </a:t>
          </a:r>
          <a:r>
            <a:rPr lang="ko-KR" altLang="en-US" dirty="0" smtClean="0"/>
            <a:t>학교급식현황을 조사</a:t>
          </a:r>
          <a:r>
            <a:rPr lang="en-US" altLang="ko-KR" dirty="0" smtClean="0"/>
            <a:t>,</a:t>
          </a:r>
          <a:r>
            <a:rPr lang="ko-KR" altLang="en-US" dirty="0" smtClean="0"/>
            <a:t> 관리감독하고</a:t>
          </a:r>
          <a:endParaRPr lang="en-US" altLang="ko-KR" dirty="0" smtClean="0"/>
        </a:p>
        <a:p>
          <a:pPr latinLnBrk="1"/>
          <a:r>
            <a:rPr lang="en-US" altLang="ko-KR" dirty="0" smtClean="0"/>
            <a:t>            </a:t>
          </a:r>
          <a:r>
            <a:rPr lang="ko-KR" altLang="en-US" dirty="0" smtClean="0"/>
            <a:t>식생활교육을 통하여 자라나는</a:t>
          </a:r>
          <a:r>
            <a:rPr lang="en-US" altLang="ko-KR" dirty="0" smtClean="0"/>
            <a:t> </a:t>
          </a:r>
          <a:r>
            <a:rPr lang="ko-KR" altLang="en-US" dirty="0" smtClean="0"/>
            <a:t>청소년의 </a:t>
          </a:r>
          <a:endParaRPr lang="en-US" altLang="ko-KR" dirty="0" smtClean="0"/>
        </a:p>
        <a:p>
          <a:pPr latinLnBrk="1"/>
          <a:r>
            <a:rPr lang="en-US" altLang="ko-KR" dirty="0" smtClean="0"/>
            <a:t>            </a:t>
          </a:r>
          <a:r>
            <a:rPr lang="ko-KR" altLang="en-US" dirty="0" smtClean="0"/>
            <a:t>올바른 식습관 개선에 노력</a:t>
          </a:r>
          <a:endParaRPr lang="ko-KR" altLang="en-US" dirty="0"/>
        </a:p>
      </dgm:t>
    </dgm:pt>
    <dgm:pt modelId="{183636F2-7B55-4F36-91B2-275BE0120316}" type="parTrans" cxnId="{45C7DC05-31FB-4F87-B585-F0623B23B7D0}">
      <dgm:prSet/>
      <dgm:spPr/>
      <dgm:t>
        <a:bodyPr/>
        <a:lstStyle/>
        <a:p>
          <a:pPr latinLnBrk="1"/>
          <a:endParaRPr lang="ko-KR" altLang="en-US"/>
        </a:p>
      </dgm:t>
    </dgm:pt>
    <dgm:pt modelId="{4722B2E1-299F-4138-9DCD-CF3E410601A7}" type="sibTrans" cxnId="{45C7DC05-31FB-4F87-B585-F0623B23B7D0}">
      <dgm:prSet/>
      <dgm:spPr/>
      <dgm:t>
        <a:bodyPr/>
        <a:lstStyle/>
        <a:p>
          <a:pPr latinLnBrk="1"/>
          <a:endParaRPr lang="ko-KR" altLang="en-US"/>
        </a:p>
      </dgm:t>
    </dgm:pt>
    <dgm:pt modelId="{49F1AE12-293D-49F8-BF26-9F0597E61579}" type="pres">
      <dgm:prSet presAssocID="{B49D24ED-4990-4F46-AB89-FB70A09FD1F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FAF6FD2-EE08-483D-A773-FF13BCB9E612}" type="pres">
      <dgm:prSet presAssocID="{A9BF5CAC-265D-41F2-8EAF-D8B35B7E6F36}" presName="parentText" presStyleLbl="node1" presStyleIdx="0" presStyleCnt="3" custScaleY="23262" custLinFactNeighborX="2000" custLinFactNeighborY="-3333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4562848-92F3-4EFE-B9CD-A9E6FC991E88}" type="pres">
      <dgm:prSet presAssocID="{7FB4CECB-A0A9-4AC7-813C-693790A0DC68}" presName="spacer" presStyleCnt="0"/>
      <dgm:spPr/>
    </dgm:pt>
    <dgm:pt modelId="{75E2E437-BAA9-46F8-90DB-7AB7444606C4}" type="pres">
      <dgm:prSet presAssocID="{C80E7050-1F4D-4859-92AB-5B73D6974EDC}" presName="parentText" presStyleLbl="node1" presStyleIdx="1" presStyleCnt="3" custScaleY="29839" custLinFactNeighborY="-38044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C858C54-5AB3-4BD7-9704-301C0305372C}" type="pres">
      <dgm:prSet presAssocID="{1CFB3550-D5C5-41C8-8C39-C00303CA090A}" presName="spacer" presStyleCnt="0"/>
      <dgm:spPr/>
    </dgm:pt>
    <dgm:pt modelId="{50CD6FD8-8E21-4BCC-B7F2-C324A11DEEE8}" type="pres">
      <dgm:prSet presAssocID="{8F38F26B-132B-4024-B3C2-1C1E009CAAAA}" presName="parentText" presStyleLbl="node1" presStyleIdx="2" presStyleCnt="3" custScaleY="6344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9FC0395-58C3-4BD8-837B-AB2271153C14}" type="presOf" srcId="{8F38F26B-132B-4024-B3C2-1C1E009CAAAA}" destId="{50CD6FD8-8E21-4BCC-B7F2-C324A11DEEE8}" srcOrd="0" destOrd="0" presId="urn:microsoft.com/office/officeart/2005/8/layout/vList2"/>
    <dgm:cxn modelId="{B73BED1F-442B-4B2A-86F9-CF5B01951475}" type="presOf" srcId="{A9BF5CAC-265D-41F2-8EAF-D8B35B7E6F36}" destId="{6FAF6FD2-EE08-483D-A773-FF13BCB9E612}" srcOrd="0" destOrd="0" presId="urn:microsoft.com/office/officeart/2005/8/layout/vList2"/>
    <dgm:cxn modelId="{45C7DC05-31FB-4F87-B585-F0623B23B7D0}" srcId="{B49D24ED-4990-4F46-AB89-FB70A09FD1F3}" destId="{8F38F26B-132B-4024-B3C2-1C1E009CAAAA}" srcOrd="2" destOrd="0" parTransId="{183636F2-7B55-4F36-91B2-275BE0120316}" sibTransId="{4722B2E1-299F-4138-9DCD-CF3E410601A7}"/>
    <dgm:cxn modelId="{A2F75157-0569-4F5A-9EAB-DCF7A0B97FF9}" type="presOf" srcId="{C80E7050-1F4D-4859-92AB-5B73D6974EDC}" destId="{75E2E437-BAA9-46F8-90DB-7AB7444606C4}" srcOrd="0" destOrd="0" presId="urn:microsoft.com/office/officeart/2005/8/layout/vList2"/>
    <dgm:cxn modelId="{C666E8D2-9A67-4C48-AC08-EF15711C3FF2}" srcId="{B49D24ED-4990-4F46-AB89-FB70A09FD1F3}" destId="{C80E7050-1F4D-4859-92AB-5B73D6974EDC}" srcOrd="1" destOrd="0" parTransId="{5E72724B-F5CF-4DE2-8AD0-1B228FB30A23}" sibTransId="{1CFB3550-D5C5-41C8-8C39-C00303CA090A}"/>
    <dgm:cxn modelId="{AA6FD637-7EE5-4477-A5A1-E840B09181FD}" srcId="{B49D24ED-4990-4F46-AB89-FB70A09FD1F3}" destId="{A9BF5CAC-265D-41F2-8EAF-D8B35B7E6F36}" srcOrd="0" destOrd="0" parTransId="{81F01B28-FBBE-4508-92BC-21AAD7F570DD}" sibTransId="{7FB4CECB-A0A9-4AC7-813C-693790A0DC68}"/>
    <dgm:cxn modelId="{BF2E0D34-B751-4F1F-915D-3CF7FAFD47FA}" type="presOf" srcId="{B49D24ED-4990-4F46-AB89-FB70A09FD1F3}" destId="{49F1AE12-293D-49F8-BF26-9F0597E61579}" srcOrd="0" destOrd="0" presId="urn:microsoft.com/office/officeart/2005/8/layout/vList2"/>
    <dgm:cxn modelId="{31245E18-A85C-42D1-9D8A-4E2F4D372691}" type="presParOf" srcId="{49F1AE12-293D-49F8-BF26-9F0597E61579}" destId="{6FAF6FD2-EE08-483D-A773-FF13BCB9E612}" srcOrd="0" destOrd="0" presId="urn:microsoft.com/office/officeart/2005/8/layout/vList2"/>
    <dgm:cxn modelId="{4EA389F6-3698-40CB-9D2A-86765EFD6F1C}" type="presParOf" srcId="{49F1AE12-293D-49F8-BF26-9F0597E61579}" destId="{E4562848-92F3-4EFE-B9CD-A9E6FC991E88}" srcOrd="1" destOrd="0" presId="urn:microsoft.com/office/officeart/2005/8/layout/vList2"/>
    <dgm:cxn modelId="{FD50D3E0-AD7E-4B97-981D-79160301C47C}" type="presParOf" srcId="{49F1AE12-293D-49F8-BF26-9F0597E61579}" destId="{75E2E437-BAA9-46F8-90DB-7AB7444606C4}" srcOrd="2" destOrd="0" presId="urn:microsoft.com/office/officeart/2005/8/layout/vList2"/>
    <dgm:cxn modelId="{72AFB3F7-3AD0-42E4-84BD-59D2F0B0857E}" type="presParOf" srcId="{49F1AE12-293D-49F8-BF26-9F0597E61579}" destId="{1C858C54-5AB3-4BD7-9704-301C0305372C}" srcOrd="3" destOrd="0" presId="urn:microsoft.com/office/officeart/2005/8/layout/vList2"/>
    <dgm:cxn modelId="{8A053A58-61FD-41AE-A7CA-452FF808896E}" type="presParOf" srcId="{49F1AE12-293D-49F8-BF26-9F0597E61579}" destId="{50CD6FD8-8E21-4BCC-B7F2-C324A11DEE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FBB538-8F50-4D8C-9116-C6B480C92A1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8CCAA9F-3BC5-40A8-9E56-AD00736DAA5B}">
      <dgm:prSet phldrT="[텍스트]" custT="1"/>
      <dgm:spPr/>
      <dgm:t>
        <a:bodyPr/>
        <a:lstStyle/>
        <a:p>
          <a:pPr latinLnBrk="1"/>
          <a:r>
            <a:rPr lang="ko-KR" altLang="en-US" sz="1400" dirty="0" err="1" smtClean="0"/>
            <a:t>식재료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공동구매</a:t>
          </a:r>
          <a:endParaRPr lang="ko-KR" altLang="en-US" sz="1400" dirty="0"/>
        </a:p>
      </dgm:t>
    </dgm:pt>
    <dgm:pt modelId="{5DC19CBD-DB9A-42BC-8A06-5C4A086CBA61}" type="parTrans" cxnId="{CEEEB14B-7215-49CC-B744-C47A9C1B9AA1}">
      <dgm:prSet/>
      <dgm:spPr/>
      <dgm:t>
        <a:bodyPr/>
        <a:lstStyle/>
        <a:p>
          <a:pPr latinLnBrk="1"/>
          <a:endParaRPr lang="ko-KR" altLang="en-US"/>
        </a:p>
      </dgm:t>
    </dgm:pt>
    <dgm:pt modelId="{B380CB4C-0797-409B-A1A3-E41D4C5CEE9C}" type="sibTrans" cxnId="{CEEEB14B-7215-49CC-B744-C47A9C1B9AA1}">
      <dgm:prSet/>
      <dgm:spPr/>
      <dgm:t>
        <a:bodyPr/>
        <a:lstStyle/>
        <a:p>
          <a:pPr latinLnBrk="1"/>
          <a:endParaRPr lang="ko-KR" altLang="en-US"/>
        </a:p>
      </dgm:t>
    </dgm:pt>
    <dgm:pt modelId="{6177D7B3-BF77-4965-AD64-01F949386AB7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품목 </a:t>
          </a:r>
          <a:r>
            <a:rPr lang="en-US" altLang="ko-KR" sz="2000" dirty="0" smtClean="0"/>
            <a:t>: </a:t>
          </a:r>
          <a:r>
            <a:rPr lang="ko-KR" altLang="en-US" sz="2000" dirty="0" smtClean="0"/>
            <a:t>친환경 쌀</a:t>
          </a:r>
          <a:r>
            <a:rPr lang="en-US" altLang="ko-KR" sz="2000" dirty="0" smtClean="0"/>
            <a:t>, </a:t>
          </a:r>
          <a:r>
            <a:rPr lang="ko-KR" altLang="en-US" sz="2000" dirty="0" smtClean="0"/>
            <a:t>국내산 김치</a:t>
          </a:r>
          <a:endParaRPr lang="ko-KR" altLang="en-US" sz="2000" dirty="0"/>
        </a:p>
      </dgm:t>
    </dgm:pt>
    <dgm:pt modelId="{112A44ED-EE3C-4039-97E2-65BCACABB44F}" type="parTrans" cxnId="{DC7B608D-25B8-4686-8226-89251A69A120}">
      <dgm:prSet/>
      <dgm:spPr/>
      <dgm:t>
        <a:bodyPr/>
        <a:lstStyle/>
        <a:p>
          <a:pPr latinLnBrk="1"/>
          <a:endParaRPr lang="ko-KR" altLang="en-US"/>
        </a:p>
      </dgm:t>
    </dgm:pt>
    <dgm:pt modelId="{652A808E-032C-4D33-9D15-9F3002B15EFF}" type="sibTrans" cxnId="{DC7B608D-25B8-4686-8226-89251A69A120}">
      <dgm:prSet/>
      <dgm:spPr/>
      <dgm:t>
        <a:bodyPr/>
        <a:lstStyle/>
        <a:p>
          <a:pPr latinLnBrk="1"/>
          <a:endParaRPr lang="ko-KR" altLang="en-US"/>
        </a:p>
      </dgm:t>
    </dgm:pt>
    <dgm:pt modelId="{5695163F-1A35-44A7-BB39-955DFD864E48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우수한 품질의 </a:t>
          </a:r>
          <a:r>
            <a:rPr lang="ko-KR" altLang="en-US" sz="2000" dirty="0" err="1" smtClean="0"/>
            <a:t>식재료를</a:t>
          </a:r>
          <a:r>
            <a:rPr lang="ko-KR" altLang="en-US" sz="2000" dirty="0" smtClean="0"/>
            <a:t> 합리적인 가격으로 구매 공급</a:t>
          </a:r>
          <a:endParaRPr lang="ko-KR" altLang="en-US" sz="2000" dirty="0"/>
        </a:p>
      </dgm:t>
    </dgm:pt>
    <dgm:pt modelId="{AB7D10CB-62D5-413D-ADEF-AF4631AEB0EA}" type="parTrans" cxnId="{EDE71765-6724-4383-A1A9-805C8756C64C}">
      <dgm:prSet/>
      <dgm:spPr/>
      <dgm:t>
        <a:bodyPr/>
        <a:lstStyle/>
        <a:p>
          <a:pPr latinLnBrk="1"/>
          <a:endParaRPr lang="ko-KR" altLang="en-US"/>
        </a:p>
      </dgm:t>
    </dgm:pt>
    <dgm:pt modelId="{FC0F6CBE-0A5A-4F81-9341-3B74EAC5B294}" type="sibTrans" cxnId="{EDE71765-6724-4383-A1A9-805C8756C64C}">
      <dgm:prSet/>
      <dgm:spPr/>
      <dgm:t>
        <a:bodyPr/>
        <a:lstStyle/>
        <a:p>
          <a:pPr latinLnBrk="1"/>
          <a:endParaRPr lang="ko-KR" altLang="en-US"/>
        </a:p>
      </dgm:t>
    </dgm:pt>
    <dgm:pt modelId="{7E679514-482B-4D57-9058-3B0581D6F234}">
      <dgm:prSet phldrT="[텍스트]" custT="1"/>
      <dgm:spPr/>
      <dgm:t>
        <a:bodyPr/>
        <a:lstStyle/>
        <a:p>
          <a:pPr latinLnBrk="1"/>
          <a:r>
            <a:rPr lang="ko-KR" altLang="en-US" sz="1400" dirty="0" err="1" smtClean="0"/>
            <a:t>식재료</a:t>
          </a:r>
          <a:r>
            <a:rPr lang="ko-KR" altLang="en-US" sz="1400" dirty="0" smtClean="0"/>
            <a:t> 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안전성검사</a:t>
          </a:r>
          <a:endParaRPr lang="ko-KR" altLang="en-US" sz="1400" dirty="0"/>
        </a:p>
      </dgm:t>
    </dgm:pt>
    <dgm:pt modelId="{B1AB98CA-7C3E-4DC2-97E3-0C83389E6E64}" type="parTrans" cxnId="{BA22246A-8FE5-4B21-BDDF-EE3C2655B17A}">
      <dgm:prSet/>
      <dgm:spPr/>
      <dgm:t>
        <a:bodyPr/>
        <a:lstStyle/>
        <a:p>
          <a:pPr latinLnBrk="1"/>
          <a:endParaRPr lang="ko-KR" altLang="en-US"/>
        </a:p>
      </dgm:t>
    </dgm:pt>
    <dgm:pt modelId="{16AB0924-61EA-4FE7-92DE-2213C1D58B31}" type="sibTrans" cxnId="{BA22246A-8FE5-4B21-BDDF-EE3C2655B17A}">
      <dgm:prSet/>
      <dgm:spPr/>
      <dgm:t>
        <a:bodyPr/>
        <a:lstStyle/>
        <a:p>
          <a:pPr latinLnBrk="1"/>
          <a:endParaRPr lang="ko-KR" altLang="en-US"/>
        </a:p>
      </dgm:t>
    </dgm:pt>
    <dgm:pt modelId="{FC25F39F-F9D9-4EF8-ACBC-67253EDF6103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학교에 납품되는 농산물</a:t>
          </a:r>
          <a:r>
            <a:rPr lang="en-US" altLang="ko-KR" sz="2000" dirty="0" smtClean="0"/>
            <a:t>, </a:t>
          </a:r>
          <a:r>
            <a:rPr lang="ko-KR" altLang="en-US" sz="2000" dirty="0" smtClean="0"/>
            <a:t>수산물에 대한 안전성검사</a:t>
          </a:r>
          <a:endParaRPr lang="ko-KR" altLang="en-US" sz="2000" dirty="0"/>
        </a:p>
      </dgm:t>
    </dgm:pt>
    <dgm:pt modelId="{D685755E-D0C0-4B62-84D9-8A8DFA675601}" type="parTrans" cxnId="{B21B728F-CA3C-4852-9589-EA18537EDAC0}">
      <dgm:prSet/>
      <dgm:spPr/>
      <dgm:t>
        <a:bodyPr/>
        <a:lstStyle/>
        <a:p>
          <a:pPr latinLnBrk="1"/>
          <a:endParaRPr lang="ko-KR" altLang="en-US"/>
        </a:p>
      </dgm:t>
    </dgm:pt>
    <dgm:pt modelId="{DB31269B-5CE0-48FC-87BE-2F4B98266E20}" type="sibTrans" cxnId="{B21B728F-CA3C-4852-9589-EA18537EDAC0}">
      <dgm:prSet/>
      <dgm:spPr/>
      <dgm:t>
        <a:bodyPr/>
        <a:lstStyle/>
        <a:p>
          <a:pPr latinLnBrk="1"/>
          <a:endParaRPr lang="ko-KR" altLang="en-US"/>
        </a:p>
      </dgm:t>
    </dgm:pt>
    <dgm:pt modelId="{558B1F04-6054-4CFF-831D-3202B912ADC5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상반기</a:t>
          </a:r>
          <a:r>
            <a:rPr lang="en-US" altLang="ko-KR" sz="2000" dirty="0" smtClean="0"/>
            <a:t>-</a:t>
          </a:r>
          <a:r>
            <a:rPr lang="ko-KR" altLang="en-US" sz="2000" dirty="0" smtClean="0"/>
            <a:t>잔류농약 </a:t>
          </a:r>
          <a:r>
            <a:rPr lang="en-US" altLang="ko-KR" sz="2000" dirty="0" smtClean="0"/>
            <a:t>240~320</a:t>
          </a:r>
          <a:r>
            <a:rPr lang="ko-KR" altLang="en-US" sz="2000" dirty="0" smtClean="0"/>
            <a:t>종 </a:t>
          </a:r>
          <a:r>
            <a:rPr lang="en-US" altLang="ko-KR" sz="2000" dirty="0" smtClean="0"/>
            <a:t>, </a:t>
          </a:r>
          <a:r>
            <a:rPr lang="ko-KR" altLang="en-US" sz="2000" dirty="0" smtClean="0"/>
            <a:t>하반기 </a:t>
          </a:r>
          <a:r>
            <a:rPr lang="en-US" altLang="ko-KR" sz="2000" dirty="0" smtClean="0"/>
            <a:t>–</a:t>
          </a:r>
          <a:r>
            <a:rPr lang="ko-KR" altLang="en-US" sz="2000" dirty="0" smtClean="0"/>
            <a:t>방사능 </a:t>
          </a:r>
          <a:r>
            <a:rPr lang="en-US" altLang="ko-KR" sz="2000" dirty="0" smtClean="0"/>
            <a:t>3</a:t>
          </a:r>
          <a:r>
            <a:rPr lang="ko-KR" altLang="en-US" sz="2000" dirty="0" smtClean="0"/>
            <a:t>종</a:t>
          </a:r>
          <a:endParaRPr lang="ko-KR" altLang="en-US" sz="2000" dirty="0"/>
        </a:p>
      </dgm:t>
    </dgm:pt>
    <dgm:pt modelId="{60490511-CA96-48D9-AE29-947EB5FBAC9F}" type="parTrans" cxnId="{AA70BBFF-5EC2-4ED2-A296-C21CFEBA5422}">
      <dgm:prSet/>
      <dgm:spPr/>
      <dgm:t>
        <a:bodyPr/>
        <a:lstStyle/>
        <a:p>
          <a:pPr latinLnBrk="1"/>
          <a:endParaRPr lang="ko-KR" altLang="en-US"/>
        </a:p>
      </dgm:t>
    </dgm:pt>
    <dgm:pt modelId="{E8BF1EFA-AB7A-4515-A9B6-40190DE46352}" type="sibTrans" cxnId="{AA70BBFF-5EC2-4ED2-A296-C21CFEBA5422}">
      <dgm:prSet/>
      <dgm:spPr/>
      <dgm:t>
        <a:bodyPr/>
        <a:lstStyle/>
        <a:p>
          <a:pPr latinLnBrk="1"/>
          <a:endParaRPr lang="ko-KR" altLang="en-US"/>
        </a:p>
      </dgm:t>
    </dgm:pt>
    <dgm:pt modelId="{F24749F1-7D3B-4727-90D0-27DE255573FC}">
      <dgm:prSet phldrT="[텍스트]" custT="1"/>
      <dgm:spPr/>
      <dgm:t>
        <a:bodyPr/>
        <a:lstStyle/>
        <a:p>
          <a:pPr latinLnBrk="1"/>
          <a:r>
            <a:rPr lang="ko-KR" altLang="en-US" sz="1400" dirty="0" smtClean="0"/>
            <a:t>식생활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개선교육</a:t>
          </a:r>
          <a:endParaRPr lang="ko-KR" altLang="en-US" sz="1400" dirty="0"/>
        </a:p>
      </dgm:t>
    </dgm:pt>
    <dgm:pt modelId="{8962530D-2BC5-48F4-B287-5F7440F6481D}" type="parTrans" cxnId="{06F371BA-3A75-4383-8939-1F9DE2B94FF2}">
      <dgm:prSet/>
      <dgm:spPr/>
      <dgm:t>
        <a:bodyPr/>
        <a:lstStyle/>
        <a:p>
          <a:pPr latinLnBrk="1"/>
          <a:endParaRPr lang="ko-KR" altLang="en-US"/>
        </a:p>
      </dgm:t>
    </dgm:pt>
    <dgm:pt modelId="{82902CFB-21D1-4A12-907A-9AF1D0BABE1A}" type="sibTrans" cxnId="{06F371BA-3A75-4383-8939-1F9DE2B94FF2}">
      <dgm:prSet/>
      <dgm:spPr/>
      <dgm:t>
        <a:bodyPr/>
        <a:lstStyle/>
        <a:p>
          <a:pPr latinLnBrk="1"/>
          <a:endParaRPr lang="ko-KR" altLang="en-US"/>
        </a:p>
      </dgm:t>
    </dgm:pt>
    <dgm:pt modelId="{DAF78CD6-4977-4380-AD9B-FAC26FD6398F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학생대상 식생활 개선교육</a:t>
          </a:r>
          <a:endParaRPr lang="ko-KR" altLang="en-US" sz="2000" dirty="0"/>
        </a:p>
      </dgm:t>
    </dgm:pt>
    <dgm:pt modelId="{C1F37B1F-067B-4AE8-BB4A-42860A1A7A36}" type="parTrans" cxnId="{D9433C6A-2A09-4CC5-B649-FCC4A8935D13}">
      <dgm:prSet/>
      <dgm:spPr/>
      <dgm:t>
        <a:bodyPr/>
        <a:lstStyle/>
        <a:p>
          <a:pPr latinLnBrk="1"/>
          <a:endParaRPr lang="ko-KR" altLang="en-US"/>
        </a:p>
      </dgm:t>
    </dgm:pt>
    <dgm:pt modelId="{4E08A5AC-0A33-4615-B80B-4F107F330DCB}" type="sibTrans" cxnId="{D9433C6A-2A09-4CC5-B649-FCC4A8935D13}">
      <dgm:prSet/>
      <dgm:spPr/>
      <dgm:t>
        <a:bodyPr/>
        <a:lstStyle/>
        <a:p>
          <a:pPr latinLnBrk="1"/>
          <a:endParaRPr lang="ko-KR" altLang="en-US"/>
        </a:p>
      </dgm:t>
    </dgm:pt>
    <dgm:pt modelId="{8DAE3253-37E5-4582-980A-D1663F2167D0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학부모대상 식생활 개선교육</a:t>
          </a:r>
          <a:endParaRPr lang="ko-KR" altLang="en-US" sz="2000" dirty="0"/>
        </a:p>
      </dgm:t>
    </dgm:pt>
    <dgm:pt modelId="{942A563F-0E96-49E8-BBBC-1CF84103D3BD}" type="parTrans" cxnId="{CDCF0B5A-E3BE-49C3-A065-CB8F7AE67F43}">
      <dgm:prSet/>
      <dgm:spPr/>
      <dgm:t>
        <a:bodyPr/>
        <a:lstStyle/>
        <a:p>
          <a:pPr latinLnBrk="1"/>
          <a:endParaRPr lang="ko-KR" altLang="en-US"/>
        </a:p>
      </dgm:t>
    </dgm:pt>
    <dgm:pt modelId="{EA69A009-84A4-439B-A9F0-150B47007994}" type="sibTrans" cxnId="{CDCF0B5A-E3BE-49C3-A065-CB8F7AE67F43}">
      <dgm:prSet/>
      <dgm:spPr/>
      <dgm:t>
        <a:bodyPr/>
        <a:lstStyle/>
        <a:p>
          <a:pPr latinLnBrk="1"/>
          <a:endParaRPr lang="ko-KR" altLang="en-US"/>
        </a:p>
      </dgm:t>
    </dgm:pt>
    <dgm:pt modelId="{4BC90DCA-B5F5-4305-AA05-1D24424EC219}">
      <dgm:prSet phldrT="[텍스트]" custT="1"/>
      <dgm:spPr/>
      <dgm:t>
        <a:bodyPr/>
        <a:lstStyle/>
        <a:p>
          <a:pPr latinLnBrk="1"/>
          <a:r>
            <a:rPr lang="ko-KR" altLang="en-US" sz="2000" dirty="0" smtClean="0"/>
            <a:t>식생활개선 강사양성을 위한 시민교육</a:t>
          </a:r>
          <a:endParaRPr lang="ko-KR" altLang="en-US" sz="2000" dirty="0"/>
        </a:p>
      </dgm:t>
    </dgm:pt>
    <dgm:pt modelId="{2BE5B254-39B1-48B8-8AEE-C726AD4F406E}" type="parTrans" cxnId="{1EBC5729-B8A5-464E-A671-933C6E304856}">
      <dgm:prSet/>
      <dgm:spPr/>
      <dgm:t>
        <a:bodyPr/>
        <a:lstStyle/>
        <a:p>
          <a:pPr latinLnBrk="1"/>
          <a:endParaRPr lang="ko-KR" altLang="en-US"/>
        </a:p>
      </dgm:t>
    </dgm:pt>
    <dgm:pt modelId="{BEE16A0B-6932-434A-9C04-B3A559A0CC6B}" type="sibTrans" cxnId="{1EBC5729-B8A5-464E-A671-933C6E304856}">
      <dgm:prSet/>
      <dgm:spPr/>
      <dgm:t>
        <a:bodyPr/>
        <a:lstStyle/>
        <a:p>
          <a:pPr latinLnBrk="1"/>
          <a:endParaRPr lang="ko-KR" altLang="en-US"/>
        </a:p>
      </dgm:t>
    </dgm:pt>
    <dgm:pt modelId="{E60A86CA-DCE9-45B4-9B89-36C958406D59}" type="pres">
      <dgm:prSet presAssocID="{A1FBB538-8F50-4D8C-9116-C6B480C92A1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CE7730-CE10-4074-9AE8-44614E871A93}" type="pres">
      <dgm:prSet presAssocID="{F8CCAA9F-3BC5-40A8-9E56-AD00736DAA5B}" presName="composite" presStyleCnt="0"/>
      <dgm:spPr/>
    </dgm:pt>
    <dgm:pt modelId="{CC227CCA-6203-4954-9C07-9EA3089BC69D}" type="pres">
      <dgm:prSet presAssocID="{F8CCAA9F-3BC5-40A8-9E56-AD00736DAA5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4EE08AE-9317-4E75-BF4A-8915F366B87E}" type="pres">
      <dgm:prSet presAssocID="{F8CCAA9F-3BC5-40A8-9E56-AD00736DAA5B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0D0CE14-AD95-4304-90E8-BCBA9FDC32AC}" type="pres">
      <dgm:prSet presAssocID="{B380CB4C-0797-409B-A1A3-E41D4C5CEE9C}" presName="sp" presStyleCnt="0"/>
      <dgm:spPr/>
    </dgm:pt>
    <dgm:pt modelId="{218C473A-5FBE-45C6-B4C0-9C7947CB3F1E}" type="pres">
      <dgm:prSet presAssocID="{7E679514-482B-4D57-9058-3B0581D6F234}" presName="composite" presStyleCnt="0"/>
      <dgm:spPr/>
    </dgm:pt>
    <dgm:pt modelId="{914B83FC-649E-42B6-A80D-567FB5862527}" type="pres">
      <dgm:prSet presAssocID="{7E679514-482B-4D57-9058-3B0581D6F23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ECD154-4C05-4015-BDF3-5BA07A3A8A47}" type="pres">
      <dgm:prSet presAssocID="{7E679514-482B-4D57-9058-3B0581D6F23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0462DE-21AD-4B40-A101-B9CCA6C83C8A}" type="pres">
      <dgm:prSet presAssocID="{16AB0924-61EA-4FE7-92DE-2213C1D58B31}" presName="sp" presStyleCnt="0"/>
      <dgm:spPr/>
    </dgm:pt>
    <dgm:pt modelId="{98344174-8077-4164-973A-DBF5DEDC6A9B}" type="pres">
      <dgm:prSet presAssocID="{F24749F1-7D3B-4727-90D0-27DE255573FC}" presName="composite" presStyleCnt="0"/>
      <dgm:spPr/>
    </dgm:pt>
    <dgm:pt modelId="{3299ACFA-66B6-4784-8523-4212DB4453C2}" type="pres">
      <dgm:prSet presAssocID="{F24749F1-7D3B-4727-90D0-27DE255573F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5A90DC6-D194-4C95-87E4-B7316890A1F6}" type="pres">
      <dgm:prSet presAssocID="{F24749F1-7D3B-4727-90D0-27DE255573FC}" presName="descendantText" presStyleLbl="alignAcc1" presStyleIdx="2" presStyleCnt="3" custScaleY="15559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FC3A32DE-49B0-4AFE-9E8B-9D521AB26A6E}" type="presOf" srcId="{6177D7B3-BF77-4965-AD64-01F949386AB7}" destId="{34EE08AE-9317-4E75-BF4A-8915F366B87E}" srcOrd="0" destOrd="0" presId="urn:microsoft.com/office/officeart/2005/8/layout/chevron2"/>
    <dgm:cxn modelId="{EDE71765-6724-4383-A1A9-805C8756C64C}" srcId="{F8CCAA9F-3BC5-40A8-9E56-AD00736DAA5B}" destId="{5695163F-1A35-44A7-BB39-955DFD864E48}" srcOrd="1" destOrd="0" parTransId="{AB7D10CB-62D5-413D-ADEF-AF4631AEB0EA}" sibTransId="{FC0F6CBE-0A5A-4F81-9341-3B74EAC5B294}"/>
    <dgm:cxn modelId="{06F371BA-3A75-4383-8939-1F9DE2B94FF2}" srcId="{A1FBB538-8F50-4D8C-9116-C6B480C92A1F}" destId="{F24749F1-7D3B-4727-90D0-27DE255573FC}" srcOrd="2" destOrd="0" parTransId="{8962530D-2BC5-48F4-B287-5F7440F6481D}" sibTransId="{82902CFB-21D1-4A12-907A-9AF1D0BABE1A}"/>
    <dgm:cxn modelId="{B21B728F-CA3C-4852-9589-EA18537EDAC0}" srcId="{7E679514-482B-4D57-9058-3B0581D6F234}" destId="{FC25F39F-F9D9-4EF8-ACBC-67253EDF6103}" srcOrd="0" destOrd="0" parTransId="{D685755E-D0C0-4B62-84D9-8A8DFA675601}" sibTransId="{DB31269B-5CE0-48FC-87BE-2F4B98266E20}"/>
    <dgm:cxn modelId="{DC7B608D-25B8-4686-8226-89251A69A120}" srcId="{F8CCAA9F-3BC5-40A8-9E56-AD00736DAA5B}" destId="{6177D7B3-BF77-4965-AD64-01F949386AB7}" srcOrd="0" destOrd="0" parTransId="{112A44ED-EE3C-4039-97E2-65BCACABB44F}" sibTransId="{652A808E-032C-4D33-9D15-9F3002B15EFF}"/>
    <dgm:cxn modelId="{38DBAC6E-49AC-4FD1-885A-747C381969E8}" type="presOf" srcId="{FC25F39F-F9D9-4EF8-ACBC-67253EDF6103}" destId="{45ECD154-4C05-4015-BDF3-5BA07A3A8A47}" srcOrd="0" destOrd="0" presId="urn:microsoft.com/office/officeart/2005/8/layout/chevron2"/>
    <dgm:cxn modelId="{F7B95AE9-01CC-48F0-8122-0EEF3BD1145C}" type="presOf" srcId="{A1FBB538-8F50-4D8C-9116-C6B480C92A1F}" destId="{E60A86CA-DCE9-45B4-9B89-36C958406D59}" srcOrd="0" destOrd="0" presId="urn:microsoft.com/office/officeart/2005/8/layout/chevron2"/>
    <dgm:cxn modelId="{D9433C6A-2A09-4CC5-B649-FCC4A8935D13}" srcId="{F24749F1-7D3B-4727-90D0-27DE255573FC}" destId="{DAF78CD6-4977-4380-AD9B-FAC26FD6398F}" srcOrd="0" destOrd="0" parTransId="{C1F37B1F-067B-4AE8-BB4A-42860A1A7A36}" sibTransId="{4E08A5AC-0A33-4615-B80B-4F107F330DCB}"/>
    <dgm:cxn modelId="{CDCF0B5A-E3BE-49C3-A065-CB8F7AE67F43}" srcId="{F24749F1-7D3B-4727-90D0-27DE255573FC}" destId="{8DAE3253-37E5-4582-980A-D1663F2167D0}" srcOrd="1" destOrd="0" parTransId="{942A563F-0E96-49E8-BBBC-1CF84103D3BD}" sibTransId="{EA69A009-84A4-439B-A9F0-150B47007994}"/>
    <dgm:cxn modelId="{BA22246A-8FE5-4B21-BDDF-EE3C2655B17A}" srcId="{A1FBB538-8F50-4D8C-9116-C6B480C92A1F}" destId="{7E679514-482B-4D57-9058-3B0581D6F234}" srcOrd="1" destOrd="0" parTransId="{B1AB98CA-7C3E-4DC2-97E3-0C83389E6E64}" sibTransId="{16AB0924-61EA-4FE7-92DE-2213C1D58B31}"/>
    <dgm:cxn modelId="{F73657A9-3F26-4FD1-8883-265035D13307}" type="presOf" srcId="{F24749F1-7D3B-4727-90D0-27DE255573FC}" destId="{3299ACFA-66B6-4784-8523-4212DB4453C2}" srcOrd="0" destOrd="0" presId="urn:microsoft.com/office/officeart/2005/8/layout/chevron2"/>
    <dgm:cxn modelId="{CEEEB14B-7215-49CC-B744-C47A9C1B9AA1}" srcId="{A1FBB538-8F50-4D8C-9116-C6B480C92A1F}" destId="{F8CCAA9F-3BC5-40A8-9E56-AD00736DAA5B}" srcOrd="0" destOrd="0" parTransId="{5DC19CBD-DB9A-42BC-8A06-5C4A086CBA61}" sibTransId="{B380CB4C-0797-409B-A1A3-E41D4C5CEE9C}"/>
    <dgm:cxn modelId="{4F061312-3ADC-4EC7-ABD6-30C091486136}" type="presOf" srcId="{8DAE3253-37E5-4582-980A-D1663F2167D0}" destId="{C5A90DC6-D194-4C95-87E4-B7316890A1F6}" srcOrd="0" destOrd="1" presId="urn:microsoft.com/office/officeart/2005/8/layout/chevron2"/>
    <dgm:cxn modelId="{3C2B965A-F5F7-4455-8547-CA40B8598C2D}" type="presOf" srcId="{DAF78CD6-4977-4380-AD9B-FAC26FD6398F}" destId="{C5A90DC6-D194-4C95-87E4-B7316890A1F6}" srcOrd="0" destOrd="0" presId="urn:microsoft.com/office/officeart/2005/8/layout/chevron2"/>
    <dgm:cxn modelId="{1EBC5729-B8A5-464E-A671-933C6E304856}" srcId="{F24749F1-7D3B-4727-90D0-27DE255573FC}" destId="{4BC90DCA-B5F5-4305-AA05-1D24424EC219}" srcOrd="2" destOrd="0" parTransId="{2BE5B254-39B1-48B8-8AEE-C726AD4F406E}" sibTransId="{BEE16A0B-6932-434A-9C04-B3A559A0CC6B}"/>
    <dgm:cxn modelId="{01789547-9AB5-4DBC-A74A-388C3351A03D}" type="presOf" srcId="{5695163F-1A35-44A7-BB39-955DFD864E48}" destId="{34EE08AE-9317-4E75-BF4A-8915F366B87E}" srcOrd="0" destOrd="1" presId="urn:microsoft.com/office/officeart/2005/8/layout/chevron2"/>
    <dgm:cxn modelId="{9011B6E5-1B25-48F4-A30C-864BD1250B33}" type="presOf" srcId="{4BC90DCA-B5F5-4305-AA05-1D24424EC219}" destId="{C5A90DC6-D194-4C95-87E4-B7316890A1F6}" srcOrd="0" destOrd="2" presId="urn:microsoft.com/office/officeart/2005/8/layout/chevron2"/>
    <dgm:cxn modelId="{F6B81EE7-0036-4A64-98B3-559B5AB65226}" type="presOf" srcId="{7E679514-482B-4D57-9058-3B0581D6F234}" destId="{914B83FC-649E-42B6-A80D-567FB5862527}" srcOrd="0" destOrd="0" presId="urn:microsoft.com/office/officeart/2005/8/layout/chevron2"/>
    <dgm:cxn modelId="{EA7569B6-0EC9-4BC9-A0E2-E53716AFD9D5}" type="presOf" srcId="{F8CCAA9F-3BC5-40A8-9E56-AD00736DAA5B}" destId="{CC227CCA-6203-4954-9C07-9EA3089BC69D}" srcOrd="0" destOrd="0" presId="urn:microsoft.com/office/officeart/2005/8/layout/chevron2"/>
    <dgm:cxn modelId="{36EB2C30-4091-4F19-8F6B-07D727689B94}" type="presOf" srcId="{558B1F04-6054-4CFF-831D-3202B912ADC5}" destId="{45ECD154-4C05-4015-BDF3-5BA07A3A8A47}" srcOrd="0" destOrd="1" presId="urn:microsoft.com/office/officeart/2005/8/layout/chevron2"/>
    <dgm:cxn modelId="{AA70BBFF-5EC2-4ED2-A296-C21CFEBA5422}" srcId="{7E679514-482B-4D57-9058-3B0581D6F234}" destId="{558B1F04-6054-4CFF-831D-3202B912ADC5}" srcOrd="1" destOrd="0" parTransId="{60490511-CA96-48D9-AE29-947EB5FBAC9F}" sibTransId="{E8BF1EFA-AB7A-4515-A9B6-40190DE46352}"/>
    <dgm:cxn modelId="{6119C54B-70FC-4099-88CF-9F3E5EEFAFE9}" type="presParOf" srcId="{E60A86CA-DCE9-45B4-9B89-36C958406D59}" destId="{C1CE7730-CE10-4074-9AE8-44614E871A93}" srcOrd="0" destOrd="0" presId="urn:microsoft.com/office/officeart/2005/8/layout/chevron2"/>
    <dgm:cxn modelId="{B79BA1BF-D36E-4D4A-9241-798519C2A8A8}" type="presParOf" srcId="{C1CE7730-CE10-4074-9AE8-44614E871A93}" destId="{CC227CCA-6203-4954-9C07-9EA3089BC69D}" srcOrd="0" destOrd="0" presId="urn:microsoft.com/office/officeart/2005/8/layout/chevron2"/>
    <dgm:cxn modelId="{B6710A0E-6BD0-425D-9DBC-E5C7660910CD}" type="presParOf" srcId="{C1CE7730-CE10-4074-9AE8-44614E871A93}" destId="{34EE08AE-9317-4E75-BF4A-8915F366B87E}" srcOrd="1" destOrd="0" presId="urn:microsoft.com/office/officeart/2005/8/layout/chevron2"/>
    <dgm:cxn modelId="{EDDE684D-74C8-4D08-9E3A-B61EB57A87A0}" type="presParOf" srcId="{E60A86CA-DCE9-45B4-9B89-36C958406D59}" destId="{F0D0CE14-AD95-4304-90E8-BCBA9FDC32AC}" srcOrd="1" destOrd="0" presId="urn:microsoft.com/office/officeart/2005/8/layout/chevron2"/>
    <dgm:cxn modelId="{CD822659-2AF8-4CAF-BB91-2CED2B776985}" type="presParOf" srcId="{E60A86CA-DCE9-45B4-9B89-36C958406D59}" destId="{218C473A-5FBE-45C6-B4C0-9C7947CB3F1E}" srcOrd="2" destOrd="0" presId="urn:microsoft.com/office/officeart/2005/8/layout/chevron2"/>
    <dgm:cxn modelId="{22B1838C-964B-42FE-89E1-D1C51CC29211}" type="presParOf" srcId="{218C473A-5FBE-45C6-B4C0-9C7947CB3F1E}" destId="{914B83FC-649E-42B6-A80D-567FB5862527}" srcOrd="0" destOrd="0" presId="urn:microsoft.com/office/officeart/2005/8/layout/chevron2"/>
    <dgm:cxn modelId="{15ED8E2B-EB6B-415A-B9D2-D0AE7017AEA5}" type="presParOf" srcId="{218C473A-5FBE-45C6-B4C0-9C7947CB3F1E}" destId="{45ECD154-4C05-4015-BDF3-5BA07A3A8A47}" srcOrd="1" destOrd="0" presId="urn:microsoft.com/office/officeart/2005/8/layout/chevron2"/>
    <dgm:cxn modelId="{2A31624F-5289-4C72-8324-775781AF4B94}" type="presParOf" srcId="{E60A86CA-DCE9-45B4-9B89-36C958406D59}" destId="{D30462DE-21AD-4B40-A101-B9CCA6C83C8A}" srcOrd="3" destOrd="0" presId="urn:microsoft.com/office/officeart/2005/8/layout/chevron2"/>
    <dgm:cxn modelId="{CA6CD856-E45E-4B2C-B6A9-8AD1383489A2}" type="presParOf" srcId="{E60A86CA-DCE9-45B4-9B89-36C958406D59}" destId="{98344174-8077-4164-973A-DBF5DEDC6A9B}" srcOrd="4" destOrd="0" presId="urn:microsoft.com/office/officeart/2005/8/layout/chevron2"/>
    <dgm:cxn modelId="{C55F844A-7D07-48B2-AAD4-C525117E75DE}" type="presParOf" srcId="{98344174-8077-4164-973A-DBF5DEDC6A9B}" destId="{3299ACFA-66B6-4784-8523-4212DB4453C2}" srcOrd="0" destOrd="0" presId="urn:microsoft.com/office/officeart/2005/8/layout/chevron2"/>
    <dgm:cxn modelId="{C5EBE1C9-9E55-43E0-AC2B-50EB3EF3465E}" type="presParOf" srcId="{98344174-8077-4164-973A-DBF5DEDC6A9B}" destId="{C5A90DC6-D194-4C95-87E4-B7316890A1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FBB538-8F50-4D8C-9116-C6B480C92A1F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8CCAA9F-3BC5-40A8-9E56-AD00736DAA5B}">
      <dgm:prSet phldrT="[텍스트]" custT="1"/>
      <dgm:spPr/>
      <dgm:t>
        <a:bodyPr/>
        <a:lstStyle/>
        <a:p>
          <a:pPr latinLnBrk="1"/>
          <a:r>
            <a:rPr lang="ko-KR" altLang="en-US" sz="1400" dirty="0" smtClean="0"/>
            <a:t>학생대상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현장체험학습</a:t>
          </a:r>
          <a:endParaRPr lang="ko-KR" altLang="en-US" sz="1400" dirty="0"/>
        </a:p>
      </dgm:t>
    </dgm:pt>
    <dgm:pt modelId="{5DC19CBD-DB9A-42BC-8A06-5C4A086CBA61}" type="parTrans" cxnId="{CEEEB14B-7215-49CC-B744-C47A9C1B9AA1}">
      <dgm:prSet/>
      <dgm:spPr/>
      <dgm:t>
        <a:bodyPr/>
        <a:lstStyle/>
        <a:p>
          <a:pPr latinLnBrk="1"/>
          <a:endParaRPr lang="ko-KR" altLang="en-US"/>
        </a:p>
      </dgm:t>
    </dgm:pt>
    <dgm:pt modelId="{B380CB4C-0797-409B-A1A3-E41D4C5CEE9C}" type="sibTrans" cxnId="{CEEEB14B-7215-49CC-B744-C47A9C1B9AA1}">
      <dgm:prSet/>
      <dgm:spPr/>
      <dgm:t>
        <a:bodyPr/>
        <a:lstStyle/>
        <a:p>
          <a:pPr latinLnBrk="1"/>
          <a:endParaRPr lang="ko-KR" altLang="en-US"/>
        </a:p>
      </dgm:t>
    </dgm:pt>
    <dgm:pt modelId="{6177D7B3-BF77-4965-AD64-01F949386AB7}">
      <dgm:prSet phldrT="[텍스트]"/>
      <dgm:spPr/>
      <dgm:t>
        <a:bodyPr/>
        <a:lstStyle/>
        <a:p>
          <a:pPr latinLnBrk="1"/>
          <a:r>
            <a:rPr lang="ko-KR" altLang="en-US" dirty="0" err="1" smtClean="0"/>
            <a:t>식재료의</a:t>
          </a:r>
          <a:r>
            <a:rPr lang="ko-KR" altLang="en-US" dirty="0" smtClean="0"/>
            <a:t> 생산현장에서의 </a:t>
          </a:r>
          <a:r>
            <a:rPr lang="ko-KR" altLang="en-US" dirty="0" err="1" smtClean="0"/>
            <a:t>체험및</a:t>
          </a:r>
          <a:r>
            <a:rPr lang="ko-KR" altLang="en-US" dirty="0" smtClean="0"/>
            <a:t> 실습</a:t>
          </a:r>
          <a:endParaRPr lang="ko-KR" altLang="en-US" dirty="0"/>
        </a:p>
      </dgm:t>
    </dgm:pt>
    <dgm:pt modelId="{112A44ED-EE3C-4039-97E2-65BCACABB44F}" type="parTrans" cxnId="{DC7B608D-25B8-4686-8226-89251A69A120}">
      <dgm:prSet/>
      <dgm:spPr/>
      <dgm:t>
        <a:bodyPr/>
        <a:lstStyle/>
        <a:p>
          <a:pPr latinLnBrk="1"/>
          <a:endParaRPr lang="ko-KR" altLang="en-US"/>
        </a:p>
      </dgm:t>
    </dgm:pt>
    <dgm:pt modelId="{652A808E-032C-4D33-9D15-9F3002B15EFF}" type="sibTrans" cxnId="{DC7B608D-25B8-4686-8226-89251A69A120}">
      <dgm:prSet/>
      <dgm:spPr/>
      <dgm:t>
        <a:bodyPr/>
        <a:lstStyle/>
        <a:p>
          <a:pPr latinLnBrk="1"/>
          <a:endParaRPr lang="ko-KR" altLang="en-US"/>
        </a:p>
      </dgm:t>
    </dgm:pt>
    <dgm:pt modelId="{5695163F-1A35-44A7-BB39-955DFD864E48}">
      <dgm:prSet phldrT="[텍스트]"/>
      <dgm:spPr/>
      <dgm:t>
        <a:bodyPr/>
        <a:lstStyle/>
        <a:p>
          <a:pPr latinLnBrk="1"/>
          <a:r>
            <a:rPr lang="ko-KR" altLang="en-US" dirty="0" smtClean="0"/>
            <a:t>국내산 </a:t>
          </a:r>
          <a:r>
            <a:rPr lang="ko-KR" altLang="en-US" dirty="0" err="1" smtClean="0"/>
            <a:t>식재료의</a:t>
          </a:r>
          <a:r>
            <a:rPr lang="ko-KR" altLang="en-US" dirty="0" smtClean="0"/>
            <a:t> 소중함과 생산자에 대한 감사함</a:t>
          </a:r>
          <a:endParaRPr lang="ko-KR" altLang="en-US" dirty="0"/>
        </a:p>
      </dgm:t>
    </dgm:pt>
    <dgm:pt modelId="{AB7D10CB-62D5-413D-ADEF-AF4631AEB0EA}" type="parTrans" cxnId="{EDE71765-6724-4383-A1A9-805C8756C64C}">
      <dgm:prSet/>
      <dgm:spPr/>
      <dgm:t>
        <a:bodyPr/>
        <a:lstStyle/>
        <a:p>
          <a:pPr latinLnBrk="1"/>
          <a:endParaRPr lang="ko-KR" altLang="en-US"/>
        </a:p>
      </dgm:t>
    </dgm:pt>
    <dgm:pt modelId="{FC0F6CBE-0A5A-4F81-9341-3B74EAC5B294}" type="sibTrans" cxnId="{EDE71765-6724-4383-A1A9-805C8756C64C}">
      <dgm:prSet/>
      <dgm:spPr/>
      <dgm:t>
        <a:bodyPr/>
        <a:lstStyle/>
        <a:p>
          <a:pPr latinLnBrk="1"/>
          <a:endParaRPr lang="ko-KR" altLang="en-US"/>
        </a:p>
      </dgm:t>
    </dgm:pt>
    <dgm:pt modelId="{7E679514-482B-4D57-9058-3B0581D6F234}">
      <dgm:prSet phldrT="[텍스트]" custT="1"/>
      <dgm:spPr/>
      <dgm:t>
        <a:bodyPr/>
        <a:lstStyle/>
        <a:p>
          <a:pPr latinLnBrk="1"/>
          <a:r>
            <a:rPr lang="ko-KR" altLang="en-US" sz="1400" dirty="0" smtClean="0"/>
            <a:t>급식관계자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교육</a:t>
          </a:r>
          <a:endParaRPr lang="ko-KR" altLang="en-US" sz="1400" dirty="0"/>
        </a:p>
      </dgm:t>
    </dgm:pt>
    <dgm:pt modelId="{B1AB98CA-7C3E-4DC2-97E3-0C83389E6E64}" type="parTrans" cxnId="{BA22246A-8FE5-4B21-BDDF-EE3C2655B17A}">
      <dgm:prSet/>
      <dgm:spPr/>
      <dgm:t>
        <a:bodyPr/>
        <a:lstStyle/>
        <a:p>
          <a:pPr latinLnBrk="1"/>
          <a:endParaRPr lang="ko-KR" altLang="en-US"/>
        </a:p>
      </dgm:t>
    </dgm:pt>
    <dgm:pt modelId="{16AB0924-61EA-4FE7-92DE-2213C1D58B31}" type="sibTrans" cxnId="{BA22246A-8FE5-4B21-BDDF-EE3C2655B17A}">
      <dgm:prSet/>
      <dgm:spPr/>
      <dgm:t>
        <a:bodyPr/>
        <a:lstStyle/>
        <a:p>
          <a:pPr latinLnBrk="1"/>
          <a:endParaRPr lang="ko-KR" altLang="en-US"/>
        </a:p>
      </dgm:t>
    </dgm:pt>
    <dgm:pt modelId="{FC25F39F-F9D9-4EF8-ACBC-67253EDF6103}">
      <dgm:prSet phldrT="[텍스트]"/>
      <dgm:spPr/>
      <dgm:t>
        <a:bodyPr/>
        <a:lstStyle/>
        <a:p>
          <a:pPr latinLnBrk="1"/>
          <a:r>
            <a:rPr lang="ko-KR" altLang="en-US" dirty="0" smtClean="0"/>
            <a:t>급식관계자</a:t>
          </a:r>
          <a:r>
            <a:rPr lang="en-US" altLang="ko-KR" dirty="0" smtClean="0"/>
            <a:t>, </a:t>
          </a:r>
          <a:r>
            <a:rPr lang="ko-KR" altLang="en-US" dirty="0" smtClean="0"/>
            <a:t>급식소위원</a:t>
          </a:r>
          <a:r>
            <a:rPr lang="en-US" altLang="ko-KR" dirty="0" smtClean="0"/>
            <a:t>, </a:t>
          </a:r>
          <a:r>
            <a:rPr lang="ko-KR" altLang="en-US" dirty="0" smtClean="0"/>
            <a:t>영양교사 </a:t>
          </a:r>
          <a:r>
            <a:rPr lang="ko-KR" altLang="en-US" dirty="0" err="1" smtClean="0"/>
            <a:t>워크숍등</a:t>
          </a:r>
          <a:endParaRPr lang="ko-KR" altLang="en-US" dirty="0"/>
        </a:p>
      </dgm:t>
    </dgm:pt>
    <dgm:pt modelId="{D685755E-D0C0-4B62-84D9-8A8DFA675601}" type="parTrans" cxnId="{B21B728F-CA3C-4852-9589-EA18537EDAC0}">
      <dgm:prSet/>
      <dgm:spPr/>
      <dgm:t>
        <a:bodyPr/>
        <a:lstStyle/>
        <a:p>
          <a:pPr latinLnBrk="1"/>
          <a:endParaRPr lang="ko-KR" altLang="en-US"/>
        </a:p>
      </dgm:t>
    </dgm:pt>
    <dgm:pt modelId="{DB31269B-5CE0-48FC-87BE-2F4B98266E20}" type="sibTrans" cxnId="{B21B728F-CA3C-4852-9589-EA18537EDAC0}">
      <dgm:prSet/>
      <dgm:spPr/>
      <dgm:t>
        <a:bodyPr/>
        <a:lstStyle/>
        <a:p>
          <a:pPr latinLnBrk="1"/>
          <a:endParaRPr lang="ko-KR" altLang="en-US"/>
        </a:p>
      </dgm:t>
    </dgm:pt>
    <dgm:pt modelId="{558B1F04-6054-4CFF-831D-3202B912ADC5}">
      <dgm:prSet phldrT="[텍스트]"/>
      <dgm:spPr/>
      <dgm:t>
        <a:bodyPr/>
        <a:lstStyle/>
        <a:p>
          <a:pPr latinLnBrk="1"/>
          <a:r>
            <a:rPr lang="ko-KR" altLang="en-US" dirty="0" smtClean="0"/>
            <a:t>직무만족도를 향상시켜 급식의 질 개선에 노력</a:t>
          </a:r>
          <a:endParaRPr lang="ko-KR" altLang="en-US" dirty="0"/>
        </a:p>
      </dgm:t>
    </dgm:pt>
    <dgm:pt modelId="{60490511-CA96-48D9-AE29-947EB5FBAC9F}" type="parTrans" cxnId="{AA70BBFF-5EC2-4ED2-A296-C21CFEBA5422}">
      <dgm:prSet/>
      <dgm:spPr/>
      <dgm:t>
        <a:bodyPr/>
        <a:lstStyle/>
        <a:p>
          <a:pPr latinLnBrk="1"/>
          <a:endParaRPr lang="ko-KR" altLang="en-US"/>
        </a:p>
      </dgm:t>
    </dgm:pt>
    <dgm:pt modelId="{E8BF1EFA-AB7A-4515-A9B6-40190DE46352}" type="sibTrans" cxnId="{AA70BBFF-5EC2-4ED2-A296-C21CFEBA5422}">
      <dgm:prSet/>
      <dgm:spPr/>
      <dgm:t>
        <a:bodyPr/>
        <a:lstStyle/>
        <a:p>
          <a:pPr latinLnBrk="1"/>
          <a:endParaRPr lang="ko-KR" altLang="en-US"/>
        </a:p>
      </dgm:t>
    </dgm:pt>
    <dgm:pt modelId="{F24749F1-7D3B-4727-90D0-27DE255573FC}">
      <dgm:prSet phldrT="[텍스트]" custT="1"/>
      <dgm:spPr/>
      <dgm:t>
        <a:bodyPr/>
        <a:lstStyle/>
        <a:p>
          <a:pPr latinLnBrk="1"/>
          <a:r>
            <a:rPr lang="ko-KR" altLang="en-US" sz="1400" dirty="0" smtClean="0"/>
            <a:t>학교급식</a:t>
          </a:r>
          <a:endParaRPr lang="en-US" altLang="ko-KR" sz="1400" dirty="0" smtClean="0"/>
        </a:p>
        <a:p>
          <a:pPr latinLnBrk="1"/>
          <a:r>
            <a:rPr lang="ko-KR" altLang="en-US" sz="1400" dirty="0" smtClean="0"/>
            <a:t>만족도조사</a:t>
          </a:r>
          <a:endParaRPr lang="ko-KR" altLang="en-US" sz="1400" dirty="0"/>
        </a:p>
      </dgm:t>
    </dgm:pt>
    <dgm:pt modelId="{8962530D-2BC5-48F4-B287-5F7440F6481D}" type="parTrans" cxnId="{06F371BA-3A75-4383-8939-1F9DE2B94FF2}">
      <dgm:prSet/>
      <dgm:spPr/>
      <dgm:t>
        <a:bodyPr/>
        <a:lstStyle/>
        <a:p>
          <a:pPr latinLnBrk="1"/>
          <a:endParaRPr lang="ko-KR" altLang="en-US"/>
        </a:p>
      </dgm:t>
    </dgm:pt>
    <dgm:pt modelId="{82902CFB-21D1-4A12-907A-9AF1D0BABE1A}" type="sibTrans" cxnId="{06F371BA-3A75-4383-8939-1F9DE2B94FF2}">
      <dgm:prSet/>
      <dgm:spPr/>
      <dgm:t>
        <a:bodyPr/>
        <a:lstStyle/>
        <a:p>
          <a:pPr latinLnBrk="1"/>
          <a:endParaRPr lang="ko-KR" altLang="en-US"/>
        </a:p>
      </dgm:t>
    </dgm:pt>
    <dgm:pt modelId="{DAF78CD6-4977-4380-AD9B-FAC26FD6398F}">
      <dgm:prSet phldrT="[텍스트]"/>
      <dgm:spPr/>
      <dgm:t>
        <a:bodyPr/>
        <a:lstStyle/>
        <a:p>
          <a:pPr latinLnBrk="1"/>
          <a:r>
            <a:rPr lang="ko-KR" altLang="en-US" dirty="0" smtClean="0"/>
            <a:t>학교급식 수혜자인 </a:t>
          </a:r>
          <a:r>
            <a:rPr lang="ko-KR" altLang="en-US" dirty="0" err="1" smtClean="0"/>
            <a:t>학생및</a:t>
          </a:r>
          <a:r>
            <a:rPr lang="ko-KR" altLang="en-US" dirty="0" smtClean="0"/>
            <a:t> 학부모에 대한 만족도조사</a:t>
          </a:r>
          <a:endParaRPr lang="ko-KR" altLang="en-US" dirty="0"/>
        </a:p>
      </dgm:t>
    </dgm:pt>
    <dgm:pt modelId="{C1F37B1F-067B-4AE8-BB4A-42860A1A7A36}" type="parTrans" cxnId="{D9433C6A-2A09-4CC5-B649-FCC4A8935D13}">
      <dgm:prSet/>
      <dgm:spPr/>
      <dgm:t>
        <a:bodyPr/>
        <a:lstStyle/>
        <a:p>
          <a:pPr latinLnBrk="1"/>
          <a:endParaRPr lang="ko-KR" altLang="en-US"/>
        </a:p>
      </dgm:t>
    </dgm:pt>
    <dgm:pt modelId="{4E08A5AC-0A33-4615-B80B-4F107F330DCB}" type="sibTrans" cxnId="{D9433C6A-2A09-4CC5-B649-FCC4A8935D13}">
      <dgm:prSet/>
      <dgm:spPr/>
      <dgm:t>
        <a:bodyPr/>
        <a:lstStyle/>
        <a:p>
          <a:pPr latinLnBrk="1"/>
          <a:endParaRPr lang="ko-KR" altLang="en-US"/>
        </a:p>
      </dgm:t>
    </dgm:pt>
    <dgm:pt modelId="{8DAE3253-37E5-4582-980A-D1663F2167D0}">
      <dgm:prSet phldrT="[텍스트]"/>
      <dgm:spPr/>
      <dgm:t>
        <a:bodyPr/>
        <a:lstStyle/>
        <a:p>
          <a:pPr latinLnBrk="1"/>
          <a:r>
            <a:rPr lang="ko-KR" altLang="en-US" dirty="0" smtClean="0"/>
            <a:t>급식의 질적 개선에 도움이 되는 사업방향 수립</a:t>
          </a:r>
          <a:endParaRPr lang="ko-KR" altLang="en-US" dirty="0"/>
        </a:p>
      </dgm:t>
    </dgm:pt>
    <dgm:pt modelId="{942A563F-0E96-49E8-BBBC-1CF84103D3BD}" type="parTrans" cxnId="{CDCF0B5A-E3BE-49C3-A065-CB8F7AE67F43}">
      <dgm:prSet/>
      <dgm:spPr/>
      <dgm:t>
        <a:bodyPr/>
        <a:lstStyle/>
        <a:p>
          <a:pPr latinLnBrk="1"/>
          <a:endParaRPr lang="ko-KR" altLang="en-US"/>
        </a:p>
      </dgm:t>
    </dgm:pt>
    <dgm:pt modelId="{EA69A009-84A4-439B-A9F0-150B47007994}" type="sibTrans" cxnId="{CDCF0B5A-E3BE-49C3-A065-CB8F7AE67F43}">
      <dgm:prSet/>
      <dgm:spPr/>
      <dgm:t>
        <a:bodyPr/>
        <a:lstStyle/>
        <a:p>
          <a:pPr latinLnBrk="1"/>
          <a:endParaRPr lang="ko-KR" altLang="en-US"/>
        </a:p>
      </dgm:t>
    </dgm:pt>
    <dgm:pt modelId="{E60A86CA-DCE9-45B4-9B89-36C958406D59}" type="pres">
      <dgm:prSet presAssocID="{A1FBB538-8F50-4D8C-9116-C6B480C92A1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CE7730-CE10-4074-9AE8-44614E871A93}" type="pres">
      <dgm:prSet presAssocID="{F8CCAA9F-3BC5-40A8-9E56-AD00736DAA5B}" presName="composite" presStyleCnt="0"/>
      <dgm:spPr/>
    </dgm:pt>
    <dgm:pt modelId="{CC227CCA-6203-4954-9C07-9EA3089BC69D}" type="pres">
      <dgm:prSet presAssocID="{F8CCAA9F-3BC5-40A8-9E56-AD00736DAA5B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4EE08AE-9317-4E75-BF4A-8915F366B87E}" type="pres">
      <dgm:prSet presAssocID="{F8CCAA9F-3BC5-40A8-9E56-AD00736DAA5B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0D0CE14-AD95-4304-90E8-BCBA9FDC32AC}" type="pres">
      <dgm:prSet presAssocID="{B380CB4C-0797-409B-A1A3-E41D4C5CEE9C}" presName="sp" presStyleCnt="0"/>
      <dgm:spPr/>
    </dgm:pt>
    <dgm:pt modelId="{218C473A-5FBE-45C6-B4C0-9C7947CB3F1E}" type="pres">
      <dgm:prSet presAssocID="{7E679514-482B-4D57-9058-3B0581D6F234}" presName="composite" presStyleCnt="0"/>
      <dgm:spPr/>
    </dgm:pt>
    <dgm:pt modelId="{914B83FC-649E-42B6-A80D-567FB5862527}" type="pres">
      <dgm:prSet presAssocID="{7E679514-482B-4D57-9058-3B0581D6F23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ECD154-4C05-4015-BDF3-5BA07A3A8A47}" type="pres">
      <dgm:prSet presAssocID="{7E679514-482B-4D57-9058-3B0581D6F234}" presName="descendantText" presStyleLbl="alignAcc1" presStyleIdx="1" presStyleCnt="3" custLinFactNeighborX="2563" custLinFactNeighborY="40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30462DE-21AD-4B40-A101-B9CCA6C83C8A}" type="pres">
      <dgm:prSet presAssocID="{16AB0924-61EA-4FE7-92DE-2213C1D58B31}" presName="sp" presStyleCnt="0"/>
      <dgm:spPr/>
    </dgm:pt>
    <dgm:pt modelId="{98344174-8077-4164-973A-DBF5DEDC6A9B}" type="pres">
      <dgm:prSet presAssocID="{F24749F1-7D3B-4727-90D0-27DE255573FC}" presName="composite" presStyleCnt="0"/>
      <dgm:spPr/>
    </dgm:pt>
    <dgm:pt modelId="{3299ACFA-66B6-4784-8523-4212DB4453C2}" type="pres">
      <dgm:prSet presAssocID="{F24749F1-7D3B-4727-90D0-27DE255573FC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5A90DC6-D194-4C95-87E4-B7316890A1F6}" type="pres">
      <dgm:prSet presAssocID="{F24749F1-7D3B-4727-90D0-27DE255573FC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AA70BBFF-5EC2-4ED2-A296-C21CFEBA5422}" srcId="{7E679514-482B-4D57-9058-3B0581D6F234}" destId="{558B1F04-6054-4CFF-831D-3202B912ADC5}" srcOrd="1" destOrd="0" parTransId="{60490511-CA96-48D9-AE29-947EB5FBAC9F}" sibTransId="{E8BF1EFA-AB7A-4515-A9B6-40190DE46352}"/>
    <dgm:cxn modelId="{8575E03A-A18F-4DC0-84D7-728B6E6F0912}" type="presOf" srcId="{DAF78CD6-4977-4380-AD9B-FAC26FD6398F}" destId="{C5A90DC6-D194-4C95-87E4-B7316890A1F6}" srcOrd="0" destOrd="0" presId="urn:microsoft.com/office/officeart/2005/8/layout/chevron2"/>
    <dgm:cxn modelId="{385635D8-A59C-440E-8726-FF28CB4A2459}" type="presOf" srcId="{FC25F39F-F9D9-4EF8-ACBC-67253EDF6103}" destId="{45ECD154-4C05-4015-BDF3-5BA07A3A8A47}" srcOrd="0" destOrd="0" presId="urn:microsoft.com/office/officeart/2005/8/layout/chevron2"/>
    <dgm:cxn modelId="{5A193558-939C-4FFB-9757-DF55F716560C}" type="presOf" srcId="{8DAE3253-37E5-4582-980A-D1663F2167D0}" destId="{C5A90DC6-D194-4C95-87E4-B7316890A1F6}" srcOrd="0" destOrd="1" presId="urn:microsoft.com/office/officeart/2005/8/layout/chevron2"/>
    <dgm:cxn modelId="{18A46734-99FF-4825-818F-BF87F3598DD3}" type="presOf" srcId="{F24749F1-7D3B-4727-90D0-27DE255573FC}" destId="{3299ACFA-66B6-4784-8523-4212DB4453C2}" srcOrd="0" destOrd="0" presId="urn:microsoft.com/office/officeart/2005/8/layout/chevron2"/>
    <dgm:cxn modelId="{D1B595B5-8A97-4042-8089-71F659CF820F}" type="presOf" srcId="{5695163F-1A35-44A7-BB39-955DFD864E48}" destId="{34EE08AE-9317-4E75-BF4A-8915F366B87E}" srcOrd="0" destOrd="1" presId="urn:microsoft.com/office/officeart/2005/8/layout/chevron2"/>
    <dgm:cxn modelId="{54398373-6833-4834-87F7-030BE98B65F0}" type="presOf" srcId="{7E679514-482B-4D57-9058-3B0581D6F234}" destId="{914B83FC-649E-42B6-A80D-567FB5862527}" srcOrd="0" destOrd="0" presId="urn:microsoft.com/office/officeart/2005/8/layout/chevron2"/>
    <dgm:cxn modelId="{DC7B608D-25B8-4686-8226-89251A69A120}" srcId="{F8CCAA9F-3BC5-40A8-9E56-AD00736DAA5B}" destId="{6177D7B3-BF77-4965-AD64-01F949386AB7}" srcOrd="0" destOrd="0" parTransId="{112A44ED-EE3C-4039-97E2-65BCACABB44F}" sibTransId="{652A808E-032C-4D33-9D15-9F3002B15EFF}"/>
    <dgm:cxn modelId="{CEEEB14B-7215-49CC-B744-C47A9C1B9AA1}" srcId="{A1FBB538-8F50-4D8C-9116-C6B480C92A1F}" destId="{F8CCAA9F-3BC5-40A8-9E56-AD00736DAA5B}" srcOrd="0" destOrd="0" parTransId="{5DC19CBD-DB9A-42BC-8A06-5C4A086CBA61}" sibTransId="{B380CB4C-0797-409B-A1A3-E41D4C5CEE9C}"/>
    <dgm:cxn modelId="{BA22246A-8FE5-4B21-BDDF-EE3C2655B17A}" srcId="{A1FBB538-8F50-4D8C-9116-C6B480C92A1F}" destId="{7E679514-482B-4D57-9058-3B0581D6F234}" srcOrd="1" destOrd="0" parTransId="{B1AB98CA-7C3E-4DC2-97E3-0C83389E6E64}" sibTransId="{16AB0924-61EA-4FE7-92DE-2213C1D58B31}"/>
    <dgm:cxn modelId="{51C55E6C-BEEA-467B-9023-01F2267D90DD}" type="presOf" srcId="{6177D7B3-BF77-4965-AD64-01F949386AB7}" destId="{34EE08AE-9317-4E75-BF4A-8915F366B87E}" srcOrd="0" destOrd="0" presId="urn:microsoft.com/office/officeart/2005/8/layout/chevron2"/>
    <dgm:cxn modelId="{B21B728F-CA3C-4852-9589-EA18537EDAC0}" srcId="{7E679514-482B-4D57-9058-3B0581D6F234}" destId="{FC25F39F-F9D9-4EF8-ACBC-67253EDF6103}" srcOrd="0" destOrd="0" parTransId="{D685755E-D0C0-4B62-84D9-8A8DFA675601}" sibTransId="{DB31269B-5CE0-48FC-87BE-2F4B98266E20}"/>
    <dgm:cxn modelId="{4C3563B8-78E4-45F6-967B-1E4C5682E34A}" type="presOf" srcId="{A1FBB538-8F50-4D8C-9116-C6B480C92A1F}" destId="{E60A86CA-DCE9-45B4-9B89-36C958406D59}" srcOrd="0" destOrd="0" presId="urn:microsoft.com/office/officeart/2005/8/layout/chevron2"/>
    <dgm:cxn modelId="{D9433C6A-2A09-4CC5-B649-FCC4A8935D13}" srcId="{F24749F1-7D3B-4727-90D0-27DE255573FC}" destId="{DAF78CD6-4977-4380-AD9B-FAC26FD6398F}" srcOrd="0" destOrd="0" parTransId="{C1F37B1F-067B-4AE8-BB4A-42860A1A7A36}" sibTransId="{4E08A5AC-0A33-4615-B80B-4F107F330DCB}"/>
    <dgm:cxn modelId="{06F371BA-3A75-4383-8939-1F9DE2B94FF2}" srcId="{A1FBB538-8F50-4D8C-9116-C6B480C92A1F}" destId="{F24749F1-7D3B-4727-90D0-27DE255573FC}" srcOrd="2" destOrd="0" parTransId="{8962530D-2BC5-48F4-B287-5F7440F6481D}" sibTransId="{82902CFB-21D1-4A12-907A-9AF1D0BABE1A}"/>
    <dgm:cxn modelId="{00E2BB39-B5C5-46F4-874E-1ECA884E17B7}" type="presOf" srcId="{558B1F04-6054-4CFF-831D-3202B912ADC5}" destId="{45ECD154-4C05-4015-BDF3-5BA07A3A8A47}" srcOrd="0" destOrd="1" presId="urn:microsoft.com/office/officeart/2005/8/layout/chevron2"/>
    <dgm:cxn modelId="{EDE71765-6724-4383-A1A9-805C8756C64C}" srcId="{F8CCAA9F-3BC5-40A8-9E56-AD00736DAA5B}" destId="{5695163F-1A35-44A7-BB39-955DFD864E48}" srcOrd="1" destOrd="0" parTransId="{AB7D10CB-62D5-413D-ADEF-AF4631AEB0EA}" sibTransId="{FC0F6CBE-0A5A-4F81-9341-3B74EAC5B294}"/>
    <dgm:cxn modelId="{CDCF0B5A-E3BE-49C3-A065-CB8F7AE67F43}" srcId="{F24749F1-7D3B-4727-90D0-27DE255573FC}" destId="{8DAE3253-37E5-4582-980A-D1663F2167D0}" srcOrd="1" destOrd="0" parTransId="{942A563F-0E96-49E8-BBBC-1CF84103D3BD}" sibTransId="{EA69A009-84A4-439B-A9F0-150B47007994}"/>
    <dgm:cxn modelId="{FC77D8A4-9996-4380-A117-130492A9EF74}" type="presOf" srcId="{F8CCAA9F-3BC5-40A8-9E56-AD00736DAA5B}" destId="{CC227CCA-6203-4954-9C07-9EA3089BC69D}" srcOrd="0" destOrd="0" presId="urn:microsoft.com/office/officeart/2005/8/layout/chevron2"/>
    <dgm:cxn modelId="{7F5948C9-7C8B-431F-BE46-F1A18F5AA37D}" type="presParOf" srcId="{E60A86CA-DCE9-45B4-9B89-36C958406D59}" destId="{C1CE7730-CE10-4074-9AE8-44614E871A93}" srcOrd="0" destOrd="0" presId="urn:microsoft.com/office/officeart/2005/8/layout/chevron2"/>
    <dgm:cxn modelId="{6EEED7E7-1279-456A-9E1E-25A07269139A}" type="presParOf" srcId="{C1CE7730-CE10-4074-9AE8-44614E871A93}" destId="{CC227CCA-6203-4954-9C07-9EA3089BC69D}" srcOrd="0" destOrd="0" presId="urn:microsoft.com/office/officeart/2005/8/layout/chevron2"/>
    <dgm:cxn modelId="{97657FFD-76A4-4A2E-ADF1-8B7CDF84DF12}" type="presParOf" srcId="{C1CE7730-CE10-4074-9AE8-44614E871A93}" destId="{34EE08AE-9317-4E75-BF4A-8915F366B87E}" srcOrd="1" destOrd="0" presId="urn:microsoft.com/office/officeart/2005/8/layout/chevron2"/>
    <dgm:cxn modelId="{F25718E4-984B-4D13-BF2F-A296EB0E6BD9}" type="presParOf" srcId="{E60A86CA-DCE9-45B4-9B89-36C958406D59}" destId="{F0D0CE14-AD95-4304-90E8-BCBA9FDC32AC}" srcOrd="1" destOrd="0" presId="urn:microsoft.com/office/officeart/2005/8/layout/chevron2"/>
    <dgm:cxn modelId="{540C5E6E-F538-4EC9-AA72-23627602467C}" type="presParOf" srcId="{E60A86CA-DCE9-45B4-9B89-36C958406D59}" destId="{218C473A-5FBE-45C6-B4C0-9C7947CB3F1E}" srcOrd="2" destOrd="0" presId="urn:microsoft.com/office/officeart/2005/8/layout/chevron2"/>
    <dgm:cxn modelId="{9DE1F493-03DB-445A-AFC6-553BBEC24A3F}" type="presParOf" srcId="{218C473A-5FBE-45C6-B4C0-9C7947CB3F1E}" destId="{914B83FC-649E-42B6-A80D-567FB5862527}" srcOrd="0" destOrd="0" presId="urn:microsoft.com/office/officeart/2005/8/layout/chevron2"/>
    <dgm:cxn modelId="{7D6C2F70-D6FD-4635-907E-5F6DFDE39269}" type="presParOf" srcId="{218C473A-5FBE-45C6-B4C0-9C7947CB3F1E}" destId="{45ECD154-4C05-4015-BDF3-5BA07A3A8A47}" srcOrd="1" destOrd="0" presId="urn:microsoft.com/office/officeart/2005/8/layout/chevron2"/>
    <dgm:cxn modelId="{B5349A84-9322-4B5C-904C-C9270BE4BBFC}" type="presParOf" srcId="{E60A86CA-DCE9-45B4-9B89-36C958406D59}" destId="{D30462DE-21AD-4B40-A101-B9CCA6C83C8A}" srcOrd="3" destOrd="0" presId="urn:microsoft.com/office/officeart/2005/8/layout/chevron2"/>
    <dgm:cxn modelId="{C8D2FB0B-7819-403B-9682-38110508AD25}" type="presParOf" srcId="{E60A86CA-DCE9-45B4-9B89-36C958406D59}" destId="{98344174-8077-4164-973A-DBF5DEDC6A9B}" srcOrd="4" destOrd="0" presId="urn:microsoft.com/office/officeart/2005/8/layout/chevron2"/>
    <dgm:cxn modelId="{AC25145A-626F-40BE-A59E-8C6BC0DA3E6A}" type="presParOf" srcId="{98344174-8077-4164-973A-DBF5DEDC6A9B}" destId="{3299ACFA-66B6-4784-8523-4212DB4453C2}" srcOrd="0" destOrd="0" presId="urn:microsoft.com/office/officeart/2005/8/layout/chevron2"/>
    <dgm:cxn modelId="{6820FAF0-CC56-4E16-87E8-5E8FF8D7D75E}" type="presParOf" srcId="{98344174-8077-4164-973A-DBF5DEDC6A9B}" destId="{C5A90DC6-D194-4C95-87E4-B7316890A1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AF6FD2-EE08-483D-A773-FF13BCB9E612}">
      <dsp:nvSpPr>
        <dsp:cNvPr id="0" name=""/>
        <dsp:cNvSpPr/>
      </dsp:nvSpPr>
      <dsp:spPr>
        <a:xfrm>
          <a:off x="0" y="0"/>
          <a:ext cx="7200800" cy="8620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200" kern="1200" dirty="0" smtClean="0"/>
            <a:t>- </a:t>
          </a:r>
          <a:r>
            <a:rPr lang="ko-KR" altLang="en-US" sz="2200" kern="1200" dirty="0" smtClean="0"/>
            <a:t>설립일 </a:t>
          </a:r>
          <a:r>
            <a:rPr lang="en-US" altLang="ko-KR" sz="2200" kern="1200" dirty="0" smtClean="0"/>
            <a:t>: 2011</a:t>
          </a:r>
          <a:r>
            <a:rPr lang="ko-KR" altLang="en-US" sz="2200" kern="1200" dirty="0" smtClean="0"/>
            <a:t>년 </a:t>
          </a:r>
          <a:r>
            <a:rPr lang="en-US" altLang="ko-KR" sz="2200" kern="1200" dirty="0" smtClean="0"/>
            <a:t>1</a:t>
          </a:r>
          <a:r>
            <a:rPr lang="ko-KR" altLang="en-US" sz="2200" kern="1200" dirty="0" smtClean="0"/>
            <a:t>월 </a:t>
          </a:r>
          <a:r>
            <a:rPr lang="en-US" altLang="ko-KR" sz="2200" kern="1200" dirty="0" smtClean="0"/>
            <a:t>27</a:t>
          </a:r>
          <a:r>
            <a:rPr lang="ko-KR" altLang="en-US" sz="2200" kern="1200" dirty="0" smtClean="0"/>
            <a:t>일</a:t>
          </a:r>
          <a:endParaRPr lang="ko-KR" altLang="en-US" sz="2200" kern="1200" dirty="0"/>
        </a:p>
      </dsp:txBody>
      <dsp:txXfrm>
        <a:off x="42080" y="42080"/>
        <a:ext cx="7116640" cy="777849"/>
      </dsp:txXfrm>
    </dsp:sp>
    <dsp:sp modelId="{75E2E437-BAA9-46F8-90DB-7AB7444606C4}">
      <dsp:nvSpPr>
        <dsp:cNvPr id="0" name=""/>
        <dsp:cNvSpPr/>
      </dsp:nvSpPr>
      <dsp:spPr>
        <a:xfrm>
          <a:off x="0" y="936104"/>
          <a:ext cx="7200800" cy="1105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200" kern="1200" dirty="0" smtClean="0"/>
            <a:t>- </a:t>
          </a:r>
          <a:r>
            <a:rPr lang="ko-KR" altLang="en-US" sz="2200" kern="1200" dirty="0" smtClean="0"/>
            <a:t>구성원 </a:t>
          </a:r>
          <a:r>
            <a:rPr lang="en-US" altLang="ko-KR" sz="2200" kern="1200" dirty="0" smtClean="0"/>
            <a:t>: </a:t>
          </a:r>
          <a:r>
            <a:rPr lang="ko-KR" altLang="en-US" sz="2200" kern="1200" dirty="0" err="1" smtClean="0"/>
            <a:t>센터장</a:t>
          </a:r>
          <a:r>
            <a:rPr lang="en-US" altLang="ko-KR" sz="2200" kern="1200" dirty="0" smtClean="0"/>
            <a:t>(</a:t>
          </a:r>
          <a:r>
            <a:rPr lang="ko-KR" altLang="en-US" sz="2200" kern="1200" dirty="0" smtClean="0"/>
            <a:t>하남시장</a:t>
          </a:r>
          <a:r>
            <a:rPr lang="en-US" altLang="ko-KR" sz="2200" kern="1200" dirty="0" smtClean="0"/>
            <a:t>), </a:t>
          </a:r>
          <a:r>
            <a:rPr lang="ko-KR" altLang="en-US" sz="2200" kern="1200" dirty="0" smtClean="0"/>
            <a:t>사무국장</a:t>
          </a:r>
          <a:r>
            <a:rPr lang="en-US" altLang="ko-KR" sz="2200" kern="1200" dirty="0" smtClean="0"/>
            <a:t>, </a:t>
          </a:r>
          <a:r>
            <a:rPr lang="ko-KR" altLang="en-US" sz="2200" kern="1200" dirty="0" smtClean="0"/>
            <a:t>사무원</a:t>
          </a:r>
          <a:r>
            <a:rPr lang="en-US" altLang="ko-KR" sz="2200" kern="1200" dirty="0" smtClean="0"/>
            <a:t>, </a:t>
          </a:r>
          <a:r>
            <a:rPr lang="ko-KR" altLang="en-US" sz="2200" kern="1200" dirty="0" smtClean="0"/>
            <a:t>영양사</a:t>
          </a:r>
          <a:endParaRPr lang="ko-KR" altLang="en-US" sz="2200" kern="1200" dirty="0"/>
        </a:p>
      </dsp:txBody>
      <dsp:txXfrm>
        <a:off x="53977" y="990081"/>
        <a:ext cx="7092846" cy="997776"/>
      </dsp:txXfrm>
    </dsp:sp>
    <dsp:sp modelId="{50CD6FD8-8E21-4BCC-B7F2-C324A11DEEE8}">
      <dsp:nvSpPr>
        <dsp:cNvPr id="0" name=""/>
        <dsp:cNvSpPr/>
      </dsp:nvSpPr>
      <dsp:spPr>
        <a:xfrm>
          <a:off x="0" y="2149177"/>
          <a:ext cx="7200800" cy="23508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200" kern="1200" dirty="0" smtClean="0"/>
            <a:t>- </a:t>
          </a:r>
          <a:r>
            <a:rPr lang="ko-KR" altLang="en-US" sz="2200" kern="1200" dirty="0" smtClean="0"/>
            <a:t>기  능 </a:t>
          </a:r>
          <a:r>
            <a:rPr lang="en-US" altLang="ko-KR" sz="2200" kern="1200" dirty="0" smtClean="0"/>
            <a:t>: </a:t>
          </a:r>
          <a:r>
            <a:rPr lang="ko-KR" altLang="en-US" sz="2200" kern="1200" dirty="0" smtClean="0"/>
            <a:t>학교급식현황을 조사</a:t>
          </a:r>
          <a:r>
            <a:rPr lang="en-US" altLang="ko-KR" sz="2200" kern="1200" dirty="0" smtClean="0"/>
            <a:t>,</a:t>
          </a:r>
          <a:r>
            <a:rPr lang="ko-KR" altLang="en-US" sz="2200" kern="1200" dirty="0" smtClean="0"/>
            <a:t> 관리감독하고</a:t>
          </a:r>
          <a:endParaRPr lang="en-US" altLang="ko-KR" sz="2200" kern="1200" dirty="0" smtClean="0"/>
        </a:p>
        <a:p>
          <a:pPr lvl="0" algn="l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200" kern="1200" dirty="0" smtClean="0"/>
            <a:t>            </a:t>
          </a:r>
          <a:r>
            <a:rPr lang="ko-KR" altLang="en-US" sz="2200" kern="1200" dirty="0" smtClean="0"/>
            <a:t>식생활교육을 통하여 자라나는</a:t>
          </a:r>
          <a:r>
            <a:rPr lang="en-US" altLang="ko-KR" sz="2200" kern="1200" dirty="0" smtClean="0"/>
            <a:t> </a:t>
          </a:r>
          <a:r>
            <a:rPr lang="ko-KR" altLang="en-US" sz="2200" kern="1200" dirty="0" smtClean="0"/>
            <a:t>청소년의 </a:t>
          </a:r>
          <a:endParaRPr lang="en-US" altLang="ko-KR" sz="2200" kern="1200" dirty="0" smtClean="0"/>
        </a:p>
        <a:p>
          <a:pPr lvl="0" algn="l" defTabSz="977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200" kern="1200" dirty="0" smtClean="0"/>
            <a:t>            </a:t>
          </a:r>
          <a:r>
            <a:rPr lang="ko-KR" altLang="en-US" sz="2200" kern="1200" dirty="0" smtClean="0"/>
            <a:t>올바른 식습관 개선에 노력</a:t>
          </a:r>
          <a:endParaRPr lang="ko-KR" altLang="en-US" sz="2200" kern="1200" dirty="0"/>
        </a:p>
      </dsp:txBody>
      <dsp:txXfrm>
        <a:off x="114760" y="2263937"/>
        <a:ext cx="6971280" cy="21213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27CCA-6203-4954-9C07-9EA3089BC69D}">
      <dsp:nvSpPr>
        <dsp:cNvPr id="0" name=""/>
        <dsp:cNvSpPr/>
      </dsp:nvSpPr>
      <dsp:spPr>
        <a:xfrm rot="5400000">
          <a:off x="-229830" y="237438"/>
          <a:ext cx="1532202" cy="10725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err="1" smtClean="0"/>
            <a:t>식재료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공동구매</a:t>
          </a:r>
          <a:endParaRPr lang="ko-KR" altLang="en-US" sz="1400" kern="1200" dirty="0"/>
        </a:p>
      </dsp:txBody>
      <dsp:txXfrm rot="-5400000">
        <a:off x="1" y="543879"/>
        <a:ext cx="1072541" cy="459661"/>
      </dsp:txXfrm>
    </dsp:sp>
    <dsp:sp modelId="{34EE08AE-9317-4E75-BF4A-8915F366B87E}">
      <dsp:nvSpPr>
        <dsp:cNvPr id="0" name=""/>
        <dsp:cNvSpPr/>
      </dsp:nvSpPr>
      <dsp:spPr>
        <a:xfrm rot="5400000">
          <a:off x="3859639" y="-2779489"/>
          <a:ext cx="996455" cy="65706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품목 </a:t>
          </a:r>
          <a:r>
            <a:rPr lang="en-US" altLang="ko-KR" sz="2000" kern="1200" dirty="0" smtClean="0"/>
            <a:t>: </a:t>
          </a:r>
          <a:r>
            <a:rPr lang="ko-KR" altLang="en-US" sz="2000" kern="1200" dirty="0" smtClean="0"/>
            <a:t>친환경 쌀</a:t>
          </a:r>
          <a:r>
            <a:rPr lang="en-US" altLang="ko-KR" sz="2000" kern="1200" dirty="0" smtClean="0"/>
            <a:t>, </a:t>
          </a:r>
          <a:r>
            <a:rPr lang="ko-KR" altLang="en-US" sz="2000" kern="1200" dirty="0" smtClean="0"/>
            <a:t>국내산 김치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우수한 품질의 </a:t>
          </a:r>
          <a:r>
            <a:rPr lang="ko-KR" altLang="en-US" sz="2000" kern="1200" dirty="0" err="1" smtClean="0"/>
            <a:t>식재료를</a:t>
          </a:r>
          <a:r>
            <a:rPr lang="ko-KR" altLang="en-US" sz="2000" kern="1200" dirty="0" smtClean="0"/>
            <a:t> 합리적인 가격으로 구매 공급</a:t>
          </a:r>
          <a:endParaRPr lang="ko-KR" altLang="en-US" sz="2000" kern="1200" dirty="0"/>
        </a:p>
      </dsp:txBody>
      <dsp:txXfrm rot="-5400000">
        <a:off x="1072542" y="56251"/>
        <a:ext cx="6522007" cy="899169"/>
      </dsp:txXfrm>
    </dsp:sp>
    <dsp:sp modelId="{914B83FC-649E-42B6-A80D-567FB5862527}">
      <dsp:nvSpPr>
        <dsp:cNvPr id="0" name=""/>
        <dsp:cNvSpPr/>
      </dsp:nvSpPr>
      <dsp:spPr>
        <a:xfrm rot="5400000">
          <a:off x="-229830" y="1588293"/>
          <a:ext cx="1532202" cy="10725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err="1" smtClean="0"/>
            <a:t>식재료</a:t>
          </a:r>
          <a:r>
            <a:rPr lang="ko-KR" altLang="en-US" sz="1400" kern="1200" dirty="0" smtClean="0"/>
            <a:t> 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안전성검사</a:t>
          </a:r>
          <a:endParaRPr lang="ko-KR" altLang="en-US" sz="1400" kern="1200" dirty="0"/>
        </a:p>
      </dsp:txBody>
      <dsp:txXfrm rot="-5400000">
        <a:off x="1" y="1894734"/>
        <a:ext cx="1072541" cy="459661"/>
      </dsp:txXfrm>
    </dsp:sp>
    <dsp:sp modelId="{45ECD154-4C05-4015-BDF3-5BA07A3A8A47}">
      <dsp:nvSpPr>
        <dsp:cNvPr id="0" name=""/>
        <dsp:cNvSpPr/>
      </dsp:nvSpPr>
      <dsp:spPr>
        <a:xfrm rot="5400000">
          <a:off x="3859901" y="-1428896"/>
          <a:ext cx="995931" cy="65706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학교에 납품되는 농산물</a:t>
          </a:r>
          <a:r>
            <a:rPr lang="en-US" altLang="ko-KR" sz="2000" kern="1200" dirty="0" smtClean="0"/>
            <a:t>, </a:t>
          </a:r>
          <a:r>
            <a:rPr lang="ko-KR" altLang="en-US" sz="2000" kern="1200" dirty="0" smtClean="0"/>
            <a:t>수산물에 대한 안전성검사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상반기</a:t>
          </a:r>
          <a:r>
            <a:rPr lang="en-US" altLang="ko-KR" sz="2000" kern="1200" dirty="0" smtClean="0"/>
            <a:t>-</a:t>
          </a:r>
          <a:r>
            <a:rPr lang="ko-KR" altLang="en-US" sz="2000" kern="1200" dirty="0" smtClean="0"/>
            <a:t>잔류농약 </a:t>
          </a:r>
          <a:r>
            <a:rPr lang="en-US" altLang="ko-KR" sz="2000" kern="1200" dirty="0" smtClean="0"/>
            <a:t>240~320</a:t>
          </a:r>
          <a:r>
            <a:rPr lang="ko-KR" altLang="en-US" sz="2000" kern="1200" dirty="0" smtClean="0"/>
            <a:t>종 </a:t>
          </a:r>
          <a:r>
            <a:rPr lang="en-US" altLang="ko-KR" sz="2000" kern="1200" dirty="0" smtClean="0"/>
            <a:t>, </a:t>
          </a:r>
          <a:r>
            <a:rPr lang="ko-KR" altLang="en-US" sz="2000" kern="1200" dirty="0" smtClean="0"/>
            <a:t>하반기 </a:t>
          </a:r>
          <a:r>
            <a:rPr lang="en-US" altLang="ko-KR" sz="2000" kern="1200" dirty="0" smtClean="0"/>
            <a:t>–</a:t>
          </a:r>
          <a:r>
            <a:rPr lang="ko-KR" altLang="en-US" sz="2000" kern="1200" dirty="0" smtClean="0"/>
            <a:t>방사능 </a:t>
          </a:r>
          <a:r>
            <a:rPr lang="en-US" altLang="ko-KR" sz="2000" kern="1200" dirty="0" smtClean="0"/>
            <a:t>3</a:t>
          </a:r>
          <a:r>
            <a:rPr lang="ko-KR" altLang="en-US" sz="2000" kern="1200" dirty="0" smtClean="0"/>
            <a:t>종</a:t>
          </a:r>
          <a:endParaRPr lang="ko-KR" altLang="en-US" sz="2000" kern="1200" dirty="0"/>
        </a:p>
      </dsp:txBody>
      <dsp:txXfrm rot="-5400000">
        <a:off x="1072542" y="1407080"/>
        <a:ext cx="6522033" cy="898697"/>
      </dsp:txXfrm>
    </dsp:sp>
    <dsp:sp modelId="{3299ACFA-66B6-4784-8523-4212DB4453C2}">
      <dsp:nvSpPr>
        <dsp:cNvPr id="0" name=""/>
        <dsp:cNvSpPr/>
      </dsp:nvSpPr>
      <dsp:spPr>
        <a:xfrm rot="5400000">
          <a:off x="-229830" y="3215983"/>
          <a:ext cx="1532202" cy="10725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식생활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개선교육</a:t>
          </a:r>
          <a:endParaRPr lang="ko-KR" altLang="en-US" sz="1400" kern="1200" dirty="0"/>
        </a:p>
      </dsp:txBody>
      <dsp:txXfrm rot="-5400000">
        <a:off x="1" y="3522424"/>
        <a:ext cx="1072541" cy="459661"/>
      </dsp:txXfrm>
    </dsp:sp>
    <dsp:sp modelId="{C5A90DC6-D194-4C95-87E4-B7316890A1F6}">
      <dsp:nvSpPr>
        <dsp:cNvPr id="0" name=""/>
        <dsp:cNvSpPr/>
      </dsp:nvSpPr>
      <dsp:spPr>
        <a:xfrm rot="5400000">
          <a:off x="3583066" y="198793"/>
          <a:ext cx="1549599" cy="65706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학생대상 식생활 개선교육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학부모대상 식생활 개선교육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식생활개선 강사양성을 위한 시민교육</a:t>
          </a:r>
          <a:endParaRPr lang="ko-KR" altLang="en-US" sz="2000" kern="1200" dirty="0"/>
        </a:p>
      </dsp:txBody>
      <dsp:txXfrm rot="-5400000">
        <a:off x="1072541" y="2784964"/>
        <a:ext cx="6495005" cy="13983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27CCA-6203-4954-9C07-9EA3089BC69D}">
      <dsp:nvSpPr>
        <dsp:cNvPr id="0" name=""/>
        <dsp:cNvSpPr/>
      </dsp:nvSpPr>
      <dsp:spPr>
        <a:xfrm rot="5400000">
          <a:off x="-243844" y="247708"/>
          <a:ext cx="1625630" cy="11379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학생대상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현장체험학습</a:t>
          </a:r>
          <a:endParaRPr lang="ko-KR" altLang="en-US" sz="1400" kern="1200" dirty="0"/>
        </a:p>
      </dsp:txBody>
      <dsp:txXfrm rot="-5400000">
        <a:off x="1" y="572835"/>
        <a:ext cx="1137941" cy="487689"/>
      </dsp:txXfrm>
    </dsp:sp>
    <dsp:sp modelId="{34EE08AE-9317-4E75-BF4A-8915F366B87E}">
      <dsp:nvSpPr>
        <dsp:cNvPr id="0" name=""/>
        <dsp:cNvSpPr/>
      </dsp:nvSpPr>
      <dsp:spPr>
        <a:xfrm rot="5400000">
          <a:off x="3856786" y="-2714981"/>
          <a:ext cx="1057215" cy="64949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err="1" smtClean="0"/>
            <a:t>식재료의</a:t>
          </a:r>
          <a:r>
            <a:rPr lang="ko-KR" altLang="en-US" sz="2000" kern="1200" dirty="0" smtClean="0"/>
            <a:t> 생산현장에서의 </a:t>
          </a:r>
          <a:r>
            <a:rPr lang="ko-KR" altLang="en-US" sz="2000" kern="1200" dirty="0" err="1" smtClean="0"/>
            <a:t>체험및</a:t>
          </a:r>
          <a:r>
            <a:rPr lang="ko-KR" altLang="en-US" sz="2000" kern="1200" dirty="0" smtClean="0"/>
            <a:t> 실습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국내산 </a:t>
          </a:r>
          <a:r>
            <a:rPr lang="ko-KR" altLang="en-US" sz="2000" kern="1200" dirty="0" err="1" smtClean="0"/>
            <a:t>식재료의</a:t>
          </a:r>
          <a:r>
            <a:rPr lang="ko-KR" altLang="en-US" sz="2000" kern="1200" dirty="0" smtClean="0"/>
            <a:t> 소중함과 생산자에 대한 감사함</a:t>
          </a:r>
          <a:endParaRPr lang="ko-KR" altLang="en-US" sz="2000" kern="1200" dirty="0"/>
        </a:p>
      </dsp:txBody>
      <dsp:txXfrm rot="-5400000">
        <a:off x="1137941" y="55473"/>
        <a:ext cx="6443297" cy="953997"/>
      </dsp:txXfrm>
    </dsp:sp>
    <dsp:sp modelId="{914B83FC-649E-42B6-A80D-567FB5862527}">
      <dsp:nvSpPr>
        <dsp:cNvPr id="0" name=""/>
        <dsp:cNvSpPr/>
      </dsp:nvSpPr>
      <dsp:spPr>
        <a:xfrm rot="5400000">
          <a:off x="-243844" y="1679710"/>
          <a:ext cx="1625630" cy="11379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급식관계자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교육</a:t>
          </a:r>
          <a:endParaRPr lang="ko-KR" altLang="en-US" sz="1400" kern="1200" dirty="0"/>
        </a:p>
      </dsp:txBody>
      <dsp:txXfrm rot="-5400000">
        <a:off x="1" y="2004837"/>
        <a:ext cx="1137941" cy="487689"/>
      </dsp:txXfrm>
    </dsp:sp>
    <dsp:sp modelId="{45ECD154-4C05-4015-BDF3-5BA07A3A8A47}">
      <dsp:nvSpPr>
        <dsp:cNvPr id="0" name=""/>
        <dsp:cNvSpPr/>
      </dsp:nvSpPr>
      <dsp:spPr>
        <a:xfrm rot="5400000">
          <a:off x="3857064" y="-1278967"/>
          <a:ext cx="1056659" cy="64949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급식관계자</a:t>
          </a:r>
          <a:r>
            <a:rPr lang="en-US" altLang="ko-KR" sz="2000" kern="1200" dirty="0" smtClean="0"/>
            <a:t>, </a:t>
          </a:r>
          <a:r>
            <a:rPr lang="ko-KR" altLang="en-US" sz="2000" kern="1200" dirty="0" smtClean="0"/>
            <a:t>급식소위원</a:t>
          </a:r>
          <a:r>
            <a:rPr lang="en-US" altLang="ko-KR" sz="2000" kern="1200" dirty="0" smtClean="0"/>
            <a:t>, </a:t>
          </a:r>
          <a:r>
            <a:rPr lang="ko-KR" altLang="en-US" sz="2000" kern="1200" dirty="0" smtClean="0"/>
            <a:t>영양교사 </a:t>
          </a:r>
          <a:r>
            <a:rPr lang="ko-KR" altLang="en-US" sz="2000" kern="1200" dirty="0" err="1" smtClean="0"/>
            <a:t>워크숍등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직무만족도를 향상시켜 급식의 질 개선에 노력</a:t>
          </a:r>
          <a:endParaRPr lang="ko-KR" altLang="en-US" sz="2000" kern="1200" dirty="0"/>
        </a:p>
      </dsp:txBody>
      <dsp:txXfrm rot="-5400000">
        <a:off x="1137941" y="1491738"/>
        <a:ext cx="6443324" cy="953495"/>
      </dsp:txXfrm>
    </dsp:sp>
    <dsp:sp modelId="{3299ACFA-66B6-4784-8523-4212DB4453C2}">
      <dsp:nvSpPr>
        <dsp:cNvPr id="0" name=""/>
        <dsp:cNvSpPr/>
      </dsp:nvSpPr>
      <dsp:spPr>
        <a:xfrm rot="5400000">
          <a:off x="-243844" y="3111712"/>
          <a:ext cx="1625630" cy="11379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학교급식</a:t>
          </a:r>
          <a:endParaRPr lang="en-US" altLang="ko-KR" sz="1400" kern="1200" dirty="0" smtClean="0"/>
        </a:p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kern="1200" dirty="0" smtClean="0"/>
            <a:t>만족도조사</a:t>
          </a:r>
          <a:endParaRPr lang="ko-KR" altLang="en-US" sz="1400" kern="1200" dirty="0"/>
        </a:p>
      </dsp:txBody>
      <dsp:txXfrm rot="-5400000">
        <a:off x="1" y="3436839"/>
        <a:ext cx="1137941" cy="487689"/>
      </dsp:txXfrm>
    </dsp:sp>
    <dsp:sp modelId="{C5A90DC6-D194-4C95-87E4-B7316890A1F6}">
      <dsp:nvSpPr>
        <dsp:cNvPr id="0" name=""/>
        <dsp:cNvSpPr/>
      </dsp:nvSpPr>
      <dsp:spPr>
        <a:xfrm rot="5400000">
          <a:off x="3857064" y="148744"/>
          <a:ext cx="1056659" cy="649490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학교급식 수혜자인 </a:t>
          </a:r>
          <a:r>
            <a:rPr lang="ko-KR" altLang="en-US" sz="2000" kern="1200" dirty="0" err="1" smtClean="0"/>
            <a:t>학생및</a:t>
          </a:r>
          <a:r>
            <a:rPr lang="ko-KR" altLang="en-US" sz="2000" kern="1200" dirty="0" smtClean="0"/>
            <a:t> 학부모에 대한 만족도조사</a:t>
          </a:r>
          <a:endParaRPr lang="ko-KR" altLang="en-US" sz="2000" kern="1200" dirty="0"/>
        </a:p>
        <a:p>
          <a:pPr marL="228600" lvl="1" indent="-228600" algn="l" defTabSz="8890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000" kern="1200" dirty="0" smtClean="0"/>
            <a:t>급식의 질적 개선에 도움이 되는 사업방향 수립</a:t>
          </a:r>
          <a:endParaRPr lang="ko-KR" altLang="en-US" sz="2000" kern="1200" dirty="0"/>
        </a:p>
      </dsp:txBody>
      <dsp:txXfrm rot="-5400000">
        <a:off x="1137941" y="2919449"/>
        <a:ext cx="6443324" cy="9534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B856-FB09-466C-8DE8-D20278793C94}" type="datetimeFigureOut">
              <a:rPr lang="ko-KR" altLang="en-US" smtClean="0"/>
              <a:pPr/>
              <a:t>2016/07/13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C8F7E-4204-4774-A68B-A8CD350E52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54665;&#48373;&#54620;&#44553;&#49885;!%20&#54616;&#45224;&#49884;%20&#52828;&#54872;&#44221;%20&#47924;&#49345;&#44553;&#49885;-&#45208;&#47112;&#51060;&#49496;.wmv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971550" y="1412875"/>
            <a:ext cx="712946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54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여러분 반갑습니다 </a:t>
            </a:r>
            <a:r>
              <a:rPr lang="en-US" altLang="ko-KR" sz="54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!</a:t>
            </a:r>
          </a:p>
        </p:txBody>
      </p:sp>
    </p:spTree>
  </p:cSld>
  <p:clrMapOvr>
    <a:masterClrMapping/>
  </p:clrMapOvr>
  <p:transition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/>
          <p:cNvSpPr/>
          <p:nvPr/>
        </p:nvSpPr>
        <p:spPr>
          <a:xfrm>
            <a:off x="7692225" y="6065695"/>
            <a:ext cx="79612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3"/>
          <p:cNvGrpSpPr/>
          <p:nvPr/>
        </p:nvGrpSpPr>
        <p:grpSpPr>
          <a:xfrm rot="10800000">
            <a:off x="-1200" y="5301208"/>
            <a:ext cx="9145200" cy="2525395"/>
            <a:chOff x="21624" y="-1020333"/>
            <a:chExt cx="9145200" cy="290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현 104"/>
            <p:cNvSpPr/>
            <p:nvPr/>
          </p:nvSpPr>
          <p:spPr>
            <a:xfrm rot="17570924">
              <a:off x="984089" y="-106925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현 105"/>
            <p:cNvSpPr/>
            <p:nvPr/>
          </p:nvSpPr>
          <p:spPr>
            <a:xfrm rot="17570924">
              <a:off x="1591239" y="-58815"/>
              <a:ext cx="1998646" cy="18813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현 106"/>
            <p:cNvSpPr/>
            <p:nvPr/>
          </p:nvSpPr>
          <p:spPr>
            <a:xfrm rot="17570924">
              <a:off x="994789" y="-689763"/>
              <a:ext cx="2870962" cy="2209822"/>
            </a:xfrm>
            <a:prstGeom prst="chord">
              <a:avLst>
                <a:gd name="adj1" fmla="val 2820306"/>
                <a:gd name="adj2" fmla="val 16183153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현 107"/>
            <p:cNvSpPr/>
            <p:nvPr/>
          </p:nvSpPr>
          <p:spPr>
            <a:xfrm rot="17477302">
              <a:off x="8053751" y="-121074"/>
              <a:ext cx="1177023" cy="99519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현 108"/>
            <p:cNvSpPr/>
            <p:nvPr/>
          </p:nvSpPr>
          <p:spPr>
            <a:xfrm rot="17477302">
              <a:off x="6905461" y="-175215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현 109"/>
            <p:cNvSpPr/>
            <p:nvPr/>
          </p:nvSpPr>
          <p:spPr>
            <a:xfrm rot="17570924">
              <a:off x="386731" y="-405073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현 110"/>
            <p:cNvSpPr/>
            <p:nvPr/>
          </p:nvSpPr>
          <p:spPr>
            <a:xfrm rot="17570924">
              <a:off x="5700394" y="-373228"/>
              <a:ext cx="1603362" cy="116204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현 111"/>
            <p:cNvSpPr/>
            <p:nvPr/>
          </p:nvSpPr>
          <p:spPr>
            <a:xfrm rot="17570924">
              <a:off x="4705814" y="-202267"/>
              <a:ext cx="1603362" cy="1347694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현 112"/>
            <p:cNvSpPr/>
            <p:nvPr/>
          </p:nvSpPr>
          <p:spPr>
            <a:xfrm rot="17570924">
              <a:off x="3495499" y="-21467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현 113"/>
            <p:cNvSpPr/>
            <p:nvPr/>
          </p:nvSpPr>
          <p:spPr>
            <a:xfrm rot="17570924">
              <a:off x="3225630" y="-42351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현 114"/>
            <p:cNvSpPr/>
            <p:nvPr/>
          </p:nvSpPr>
          <p:spPr>
            <a:xfrm rot="18422784">
              <a:off x="-43731" y="-586540"/>
              <a:ext cx="1282837" cy="1152128"/>
            </a:xfrm>
            <a:prstGeom prst="chord">
              <a:avLst>
                <a:gd name="adj1" fmla="val 3190750"/>
                <a:gd name="adj2" fmla="val 138953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현 115"/>
            <p:cNvSpPr/>
            <p:nvPr/>
          </p:nvSpPr>
          <p:spPr>
            <a:xfrm rot="17570924">
              <a:off x="700662" y="-420646"/>
              <a:ext cx="1580719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현 116"/>
            <p:cNvSpPr/>
            <p:nvPr/>
          </p:nvSpPr>
          <p:spPr>
            <a:xfrm rot="17477302">
              <a:off x="4581293" y="-557082"/>
              <a:ext cx="1574500" cy="155357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현 117"/>
            <p:cNvSpPr/>
            <p:nvPr/>
          </p:nvSpPr>
          <p:spPr>
            <a:xfrm rot="17477302">
              <a:off x="5722810" y="-435699"/>
              <a:ext cx="1298781" cy="118886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 rot="16877273">
              <a:off x="7387661" y="-470518"/>
              <a:ext cx="1244591" cy="1043893"/>
            </a:xfrm>
            <a:prstGeom prst="chord">
              <a:avLst>
                <a:gd name="adj1" fmla="val 4457101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현 119"/>
            <p:cNvSpPr/>
            <p:nvPr/>
          </p:nvSpPr>
          <p:spPr>
            <a:xfrm rot="17477302">
              <a:off x="6806895" y="-278607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현 120"/>
            <p:cNvSpPr/>
            <p:nvPr/>
          </p:nvSpPr>
          <p:spPr>
            <a:xfrm rot="16877273">
              <a:off x="7821414" y="-479211"/>
              <a:ext cx="1646928" cy="1043893"/>
            </a:xfrm>
            <a:prstGeom prst="chord">
              <a:avLst>
                <a:gd name="adj1" fmla="val 4457101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타원 91"/>
          <p:cNvSpPr/>
          <p:nvPr/>
        </p:nvSpPr>
        <p:spPr>
          <a:xfrm>
            <a:off x="4427097" y="4065727"/>
            <a:ext cx="296265" cy="307905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15"/>
          <p:cNvGrpSpPr/>
          <p:nvPr/>
        </p:nvGrpSpPr>
        <p:grpSpPr>
          <a:xfrm>
            <a:off x="611560" y="764704"/>
            <a:ext cx="8996889" cy="5532799"/>
            <a:chOff x="112618" y="848528"/>
            <a:chExt cx="8996889" cy="5532799"/>
          </a:xfrm>
        </p:grpSpPr>
        <p:sp>
          <p:nvSpPr>
            <p:cNvPr id="89" name="타원 88"/>
            <p:cNvSpPr/>
            <p:nvPr/>
          </p:nvSpPr>
          <p:spPr>
            <a:xfrm>
              <a:off x="1971077" y="2332481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>
            <a:xfrm>
              <a:off x="1883545" y="3098632"/>
              <a:ext cx="579654" cy="540642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5044658" y="315278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31435" y="523260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475853" y="5045633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4457270" y="1823748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1634740" y="283457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668530" y="2207113"/>
              <a:ext cx="375632" cy="358561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00"/>
            <p:cNvSpPr/>
            <p:nvPr/>
          </p:nvSpPr>
          <p:spPr>
            <a:xfrm rot="11445430">
              <a:off x="5636618" y="4021134"/>
              <a:ext cx="671177" cy="634746"/>
            </a:xfrm>
            <a:custGeom>
              <a:avLst/>
              <a:gdLst>
                <a:gd name="connsiteX0" fmla="*/ 1783644 w 1783644"/>
                <a:gd name="connsiteY0" fmla="*/ 496711 h 1975556"/>
                <a:gd name="connsiteX1" fmla="*/ 1772355 w 1783644"/>
                <a:gd name="connsiteY1" fmla="*/ 338667 h 1975556"/>
                <a:gd name="connsiteX2" fmla="*/ 1761066 w 1783644"/>
                <a:gd name="connsiteY2" fmla="*/ 304800 h 1975556"/>
                <a:gd name="connsiteX3" fmla="*/ 1727200 w 1783644"/>
                <a:gd name="connsiteY3" fmla="*/ 282222 h 1975556"/>
                <a:gd name="connsiteX4" fmla="*/ 1682044 w 1783644"/>
                <a:gd name="connsiteY4" fmla="*/ 214489 h 1975556"/>
                <a:gd name="connsiteX5" fmla="*/ 1648177 w 1783644"/>
                <a:gd name="connsiteY5" fmla="*/ 203200 h 1975556"/>
                <a:gd name="connsiteX6" fmla="*/ 1625600 w 1783644"/>
                <a:gd name="connsiteY6" fmla="*/ 169333 h 1975556"/>
                <a:gd name="connsiteX7" fmla="*/ 1591733 w 1783644"/>
                <a:gd name="connsiteY7" fmla="*/ 158044 h 1975556"/>
                <a:gd name="connsiteX8" fmla="*/ 1512711 w 1783644"/>
                <a:gd name="connsiteY8" fmla="*/ 135467 h 1975556"/>
                <a:gd name="connsiteX9" fmla="*/ 1422400 w 1783644"/>
                <a:gd name="connsiteY9" fmla="*/ 67733 h 1975556"/>
                <a:gd name="connsiteX10" fmla="*/ 1275644 w 1783644"/>
                <a:gd name="connsiteY10" fmla="*/ 33867 h 1975556"/>
                <a:gd name="connsiteX11" fmla="*/ 1219200 w 1783644"/>
                <a:gd name="connsiteY11" fmla="*/ 22578 h 1975556"/>
                <a:gd name="connsiteX12" fmla="*/ 1128889 w 1783644"/>
                <a:gd name="connsiteY12" fmla="*/ 0 h 1975556"/>
                <a:gd name="connsiteX13" fmla="*/ 666044 w 1783644"/>
                <a:gd name="connsiteY13" fmla="*/ 11289 h 1975556"/>
                <a:gd name="connsiteX14" fmla="*/ 587022 w 1783644"/>
                <a:gd name="connsiteY14" fmla="*/ 45156 h 1975556"/>
                <a:gd name="connsiteX15" fmla="*/ 496711 w 1783644"/>
                <a:gd name="connsiteY15" fmla="*/ 90311 h 1975556"/>
                <a:gd name="connsiteX16" fmla="*/ 417689 w 1783644"/>
                <a:gd name="connsiteY16" fmla="*/ 135467 h 1975556"/>
                <a:gd name="connsiteX17" fmla="*/ 270933 w 1783644"/>
                <a:gd name="connsiteY17" fmla="*/ 237067 h 1975556"/>
                <a:gd name="connsiteX18" fmla="*/ 237066 w 1783644"/>
                <a:gd name="connsiteY18" fmla="*/ 270933 h 1975556"/>
                <a:gd name="connsiteX19" fmla="*/ 191911 w 1783644"/>
                <a:gd name="connsiteY19" fmla="*/ 304800 h 1975556"/>
                <a:gd name="connsiteX20" fmla="*/ 146755 w 1783644"/>
                <a:gd name="connsiteY20" fmla="*/ 372533 h 1975556"/>
                <a:gd name="connsiteX21" fmla="*/ 135466 w 1783644"/>
                <a:gd name="connsiteY21" fmla="*/ 406400 h 1975556"/>
                <a:gd name="connsiteX22" fmla="*/ 67733 w 1783644"/>
                <a:gd name="connsiteY22" fmla="*/ 496711 h 1975556"/>
                <a:gd name="connsiteX23" fmla="*/ 56444 w 1783644"/>
                <a:gd name="connsiteY23" fmla="*/ 541867 h 1975556"/>
                <a:gd name="connsiteX24" fmla="*/ 33866 w 1783644"/>
                <a:gd name="connsiteY24" fmla="*/ 587022 h 1975556"/>
                <a:gd name="connsiteX25" fmla="*/ 22577 w 1783644"/>
                <a:gd name="connsiteY25" fmla="*/ 643467 h 1975556"/>
                <a:gd name="connsiteX26" fmla="*/ 0 w 1783644"/>
                <a:gd name="connsiteY26" fmla="*/ 711200 h 1975556"/>
                <a:gd name="connsiteX27" fmla="*/ 11289 w 1783644"/>
                <a:gd name="connsiteY27" fmla="*/ 1332089 h 1975556"/>
                <a:gd name="connsiteX28" fmla="*/ 45155 w 1783644"/>
                <a:gd name="connsiteY28" fmla="*/ 1422400 h 1975556"/>
                <a:gd name="connsiteX29" fmla="*/ 67733 w 1783644"/>
                <a:gd name="connsiteY29" fmla="*/ 1512711 h 1975556"/>
                <a:gd name="connsiteX30" fmla="*/ 79022 w 1783644"/>
                <a:gd name="connsiteY30" fmla="*/ 1557867 h 1975556"/>
                <a:gd name="connsiteX31" fmla="*/ 90311 w 1783644"/>
                <a:gd name="connsiteY31" fmla="*/ 1614311 h 1975556"/>
                <a:gd name="connsiteX32" fmla="*/ 112889 w 1783644"/>
                <a:gd name="connsiteY32" fmla="*/ 1659467 h 1975556"/>
                <a:gd name="connsiteX33" fmla="*/ 146755 w 1783644"/>
                <a:gd name="connsiteY33" fmla="*/ 1704622 h 1975556"/>
                <a:gd name="connsiteX34" fmla="*/ 180622 w 1783644"/>
                <a:gd name="connsiteY34" fmla="*/ 1715911 h 1975556"/>
                <a:gd name="connsiteX35" fmla="*/ 237066 w 1783644"/>
                <a:gd name="connsiteY35" fmla="*/ 1738489 h 1975556"/>
                <a:gd name="connsiteX36" fmla="*/ 304800 w 1783644"/>
                <a:gd name="connsiteY36" fmla="*/ 1772356 h 1975556"/>
                <a:gd name="connsiteX37" fmla="*/ 372533 w 1783644"/>
                <a:gd name="connsiteY37" fmla="*/ 1817511 h 1975556"/>
                <a:gd name="connsiteX38" fmla="*/ 496711 w 1783644"/>
                <a:gd name="connsiteY38" fmla="*/ 1873956 h 1975556"/>
                <a:gd name="connsiteX39" fmla="*/ 541866 w 1783644"/>
                <a:gd name="connsiteY39" fmla="*/ 1896533 h 1975556"/>
                <a:gd name="connsiteX40" fmla="*/ 587022 w 1783644"/>
                <a:gd name="connsiteY40" fmla="*/ 1907822 h 1975556"/>
                <a:gd name="connsiteX41" fmla="*/ 620889 w 1783644"/>
                <a:gd name="connsiteY41" fmla="*/ 1930400 h 1975556"/>
                <a:gd name="connsiteX42" fmla="*/ 699911 w 1783644"/>
                <a:gd name="connsiteY42" fmla="*/ 1941689 h 1975556"/>
                <a:gd name="connsiteX43" fmla="*/ 745066 w 1783644"/>
                <a:gd name="connsiteY43" fmla="*/ 1952978 h 1975556"/>
                <a:gd name="connsiteX44" fmla="*/ 778933 w 1783644"/>
                <a:gd name="connsiteY44" fmla="*/ 1964267 h 1975556"/>
                <a:gd name="connsiteX45" fmla="*/ 857955 w 1783644"/>
                <a:gd name="connsiteY45" fmla="*/ 1975556 h 1975556"/>
                <a:gd name="connsiteX46" fmla="*/ 1140177 w 1783644"/>
                <a:gd name="connsiteY46" fmla="*/ 1964267 h 1975556"/>
                <a:gd name="connsiteX47" fmla="*/ 1185333 w 1783644"/>
                <a:gd name="connsiteY47" fmla="*/ 1930400 h 1975556"/>
                <a:gd name="connsiteX48" fmla="*/ 1219200 w 1783644"/>
                <a:gd name="connsiteY48" fmla="*/ 1919111 h 1975556"/>
                <a:gd name="connsiteX49" fmla="*/ 1275644 w 1783644"/>
                <a:gd name="connsiteY49" fmla="*/ 1862667 h 1975556"/>
                <a:gd name="connsiteX50" fmla="*/ 1309511 w 1783644"/>
                <a:gd name="connsiteY50" fmla="*/ 1840089 h 1975556"/>
                <a:gd name="connsiteX51" fmla="*/ 1377244 w 1783644"/>
                <a:gd name="connsiteY51" fmla="*/ 1738489 h 1975556"/>
                <a:gd name="connsiteX52" fmla="*/ 1399822 w 1783644"/>
                <a:gd name="connsiteY52" fmla="*/ 1704622 h 1975556"/>
                <a:gd name="connsiteX53" fmla="*/ 1422400 w 1783644"/>
                <a:gd name="connsiteY53" fmla="*/ 1670756 h 19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83644" h="1975556">
                  <a:moveTo>
                    <a:pt x="1783644" y="496711"/>
                  </a:moveTo>
                  <a:cubicBezTo>
                    <a:pt x="1779881" y="444030"/>
                    <a:pt x="1778526" y="391121"/>
                    <a:pt x="1772355" y="338667"/>
                  </a:cubicBezTo>
                  <a:cubicBezTo>
                    <a:pt x="1770965" y="326849"/>
                    <a:pt x="1768500" y="314092"/>
                    <a:pt x="1761066" y="304800"/>
                  </a:cubicBezTo>
                  <a:cubicBezTo>
                    <a:pt x="1752591" y="294206"/>
                    <a:pt x="1738489" y="289748"/>
                    <a:pt x="1727200" y="282222"/>
                  </a:cubicBezTo>
                  <a:cubicBezTo>
                    <a:pt x="1715364" y="246716"/>
                    <a:pt x="1718285" y="238649"/>
                    <a:pt x="1682044" y="214489"/>
                  </a:cubicBezTo>
                  <a:cubicBezTo>
                    <a:pt x="1672143" y="207888"/>
                    <a:pt x="1659466" y="206963"/>
                    <a:pt x="1648177" y="203200"/>
                  </a:cubicBezTo>
                  <a:cubicBezTo>
                    <a:pt x="1640651" y="191911"/>
                    <a:pt x="1636194" y="177809"/>
                    <a:pt x="1625600" y="169333"/>
                  </a:cubicBezTo>
                  <a:cubicBezTo>
                    <a:pt x="1616308" y="161899"/>
                    <a:pt x="1603175" y="161313"/>
                    <a:pt x="1591733" y="158044"/>
                  </a:cubicBezTo>
                  <a:cubicBezTo>
                    <a:pt x="1492517" y="129698"/>
                    <a:pt x="1593904" y="162532"/>
                    <a:pt x="1512711" y="135467"/>
                  </a:cubicBezTo>
                  <a:cubicBezTo>
                    <a:pt x="1482607" y="112889"/>
                    <a:pt x="1458099" y="79632"/>
                    <a:pt x="1422400" y="67733"/>
                  </a:cubicBezTo>
                  <a:cubicBezTo>
                    <a:pt x="1316314" y="32373"/>
                    <a:pt x="1392882" y="53407"/>
                    <a:pt x="1275644" y="33867"/>
                  </a:cubicBezTo>
                  <a:cubicBezTo>
                    <a:pt x="1256718" y="30713"/>
                    <a:pt x="1237896" y="26892"/>
                    <a:pt x="1219200" y="22578"/>
                  </a:cubicBezTo>
                  <a:cubicBezTo>
                    <a:pt x="1188964" y="15600"/>
                    <a:pt x="1128889" y="0"/>
                    <a:pt x="1128889" y="0"/>
                  </a:cubicBezTo>
                  <a:cubicBezTo>
                    <a:pt x="974607" y="3763"/>
                    <a:pt x="820219" y="4437"/>
                    <a:pt x="666044" y="11289"/>
                  </a:cubicBezTo>
                  <a:cubicBezTo>
                    <a:pt x="618712" y="13393"/>
                    <a:pt x="624191" y="24882"/>
                    <a:pt x="587022" y="45156"/>
                  </a:cubicBezTo>
                  <a:cubicBezTo>
                    <a:pt x="557475" y="61273"/>
                    <a:pt x="524715" y="71642"/>
                    <a:pt x="496711" y="90311"/>
                  </a:cubicBezTo>
                  <a:cubicBezTo>
                    <a:pt x="425754" y="137615"/>
                    <a:pt x="503615" y="87731"/>
                    <a:pt x="417689" y="135467"/>
                  </a:cubicBezTo>
                  <a:cubicBezTo>
                    <a:pt x="373221" y="160171"/>
                    <a:pt x="302919" y="205082"/>
                    <a:pt x="270933" y="237067"/>
                  </a:cubicBezTo>
                  <a:cubicBezTo>
                    <a:pt x="259644" y="248356"/>
                    <a:pt x="249187" y="260543"/>
                    <a:pt x="237066" y="270933"/>
                  </a:cubicBezTo>
                  <a:cubicBezTo>
                    <a:pt x="222781" y="283177"/>
                    <a:pt x="204411" y="290738"/>
                    <a:pt x="191911" y="304800"/>
                  </a:cubicBezTo>
                  <a:cubicBezTo>
                    <a:pt x="173883" y="325081"/>
                    <a:pt x="146755" y="372533"/>
                    <a:pt x="146755" y="372533"/>
                  </a:cubicBezTo>
                  <a:cubicBezTo>
                    <a:pt x="142992" y="383822"/>
                    <a:pt x="141855" y="396361"/>
                    <a:pt x="135466" y="406400"/>
                  </a:cubicBezTo>
                  <a:cubicBezTo>
                    <a:pt x="115264" y="438147"/>
                    <a:pt x="67733" y="496711"/>
                    <a:pt x="67733" y="496711"/>
                  </a:cubicBezTo>
                  <a:cubicBezTo>
                    <a:pt x="63970" y="511763"/>
                    <a:pt x="61892" y="527340"/>
                    <a:pt x="56444" y="541867"/>
                  </a:cubicBezTo>
                  <a:cubicBezTo>
                    <a:pt x="50535" y="557624"/>
                    <a:pt x="39188" y="571057"/>
                    <a:pt x="33866" y="587022"/>
                  </a:cubicBezTo>
                  <a:cubicBezTo>
                    <a:pt x="27798" y="605225"/>
                    <a:pt x="27625" y="624955"/>
                    <a:pt x="22577" y="643467"/>
                  </a:cubicBezTo>
                  <a:cubicBezTo>
                    <a:pt x="16315" y="666427"/>
                    <a:pt x="0" y="711200"/>
                    <a:pt x="0" y="711200"/>
                  </a:cubicBezTo>
                  <a:cubicBezTo>
                    <a:pt x="3763" y="918163"/>
                    <a:pt x="4276" y="1125211"/>
                    <a:pt x="11289" y="1332089"/>
                  </a:cubicBezTo>
                  <a:cubicBezTo>
                    <a:pt x="12896" y="1379495"/>
                    <a:pt x="30566" y="1378634"/>
                    <a:pt x="45155" y="1422400"/>
                  </a:cubicBezTo>
                  <a:cubicBezTo>
                    <a:pt x="54968" y="1451838"/>
                    <a:pt x="60207" y="1482607"/>
                    <a:pt x="67733" y="1512711"/>
                  </a:cubicBezTo>
                  <a:cubicBezTo>
                    <a:pt x="71496" y="1527763"/>
                    <a:pt x="75979" y="1542653"/>
                    <a:pt x="79022" y="1557867"/>
                  </a:cubicBezTo>
                  <a:cubicBezTo>
                    <a:pt x="82785" y="1576682"/>
                    <a:pt x="84243" y="1596108"/>
                    <a:pt x="90311" y="1614311"/>
                  </a:cubicBezTo>
                  <a:cubicBezTo>
                    <a:pt x="95633" y="1630276"/>
                    <a:pt x="103970" y="1645196"/>
                    <a:pt x="112889" y="1659467"/>
                  </a:cubicBezTo>
                  <a:cubicBezTo>
                    <a:pt x="122861" y="1675422"/>
                    <a:pt x="132301" y="1692577"/>
                    <a:pt x="146755" y="1704622"/>
                  </a:cubicBezTo>
                  <a:cubicBezTo>
                    <a:pt x="155897" y="1712240"/>
                    <a:pt x="169480" y="1711733"/>
                    <a:pt x="180622" y="1715911"/>
                  </a:cubicBezTo>
                  <a:cubicBezTo>
                    <a:pt x="199596" y="1723026"/>
                    <a:pt x="218941" y="1729427"/>
                    <a:pt x="237066" y="1738489"/>
                  </a:cubicBezTo>
                  <a:cubicBezTo>
                    <a:pt x="324599" y="1782256"/>
                    <a:pt x="219677" y="1743982"/>
                    <a:pt x="304800" y="1772356"/>
                  </a:cubicBezTo>
                  <a:cubicBezTo>
                    <a:pt x="379959" y="1847515"/>
                    <a:pt x="299014" y="1776666"/>
                    <a:pt x="372533" y="1817511"/>
                  </a:cubicBezTo>
                  <a:cubicBezTo>
                    <a:pt x="482387" y="1878542"/>
                    <a:pt x="395162" y="1853646"/>
                    <a:pt x="496711" y="1873956"/>
                  </a:cubicBezTo>
                  <a:cubicBezTo>
                    <a:pt x="511763" y="1881482"/>
                    <a:pt x="526109" y="1890624"/>
                    <a:pt x="541866" y="1896533"/>
                  </a:cubicBezTo>
                  <a:cubicBezTo>
                    <a:pt x="556393" y="1901981"/>
                    <a:pt x="572761" y="1901710"/>
                    <a:pt x="587022" y="1907822"/>
                  </a:cubicBezTo>
                  <a:cubicBezTo>
                    <a:pt x="599493" y="1913167"/>
                    <a:pt x="607894" y="1926501"/>
                    <a:pt x="620889" y="1930400"/>
                  </a:cubicBezTo>
                  <a:cubicBezTo>
                    <a:pt x="646375" y="1938046"/>
                    <a:pt x="673732" y="1936929"/>
                    <a:pt x="699911" y="1941689"/>
                  </a:cubicBezTo>
                  <a:cubicBezTo>
                    <a:pt x="715176" y="1944464"/>
                    <a:pt x="730148" y="1948716"/>
                    <a:pt x="745066" y="1952978"/>
                  </a:cubicBezTo>
                  <a:cubicBezTo>
                    <a:pt x="756508" y="1956247"/>
                    <a:pt x="767264" y="1961933"/>
                    <a:pt x="778933" y="1964267"/>
                  </a:cubicBezTo>
                  <a:cubicBezTo>
                    <a:pt x="805024" y="1969485"/>
                    <a:pt x="831614" y="1971793"/>
                    <a:pt x="857955" y="1975556"/>
                  </a:cubicBezTo>
                  <a:cubicBezTo>
                    <a:pt x="952029" y="1971793"/>
                    <a:pt x="1046911" y="1977131"/>
                    <a:pt x="1140177" y="1964267"/>
                  </a:cubicBezTo>
                  <a:cubicBezTo>
                    <a:pt x="1158816" y="1961696"/>
                    <a:pt x="1168997" y="1939735"/>
                    <a:pt x="1185333" y="1930400"/>
                  </a:cubicBezTo>
                  <a:cubicBezTo>
                    <a:pt x="1195665" y="1924496"/>
                    <a:pt x="1207911" y="1922874"/>
                    <a:pt x="1219200" y="1919111"/>
                  </a:cubicBezTo>
                  <a:cubicBezTo>
                    <a:pt x="1309513" y="1858900"/>
                    <a:pt x="1200381" y="1937928"/>
                    <a:pt x="1275644" y="1862667"/>
                  </a:cubicBezTo>
                  <a:cubicBezTo>
                    <a:pt x="1285238" y="1853073"/>
                    <a:pt x="1298222" y="1847615"/>
                    <a:pt x="1309511" y="1840089"/>
                  </a:cubicBezTo>
                  <a:lnTo>
                    <a:pt x="1377244" y="1738489"/>
                  </a:lnTo>
                  <a:lnTo>
                    <a:pt x="1399822" y="1704622"/>
                  </a:lnTo>
                  <a:lnTo>
                    <a:pt x="1422400" y="1670756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3596894" y="3192200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709614" y="3332246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/>
            <p:cNvSpPr/>
            <p:nvPr/>
          </p:nvSpPr>
          <p:spPr>
            <a:xfrm>
              <a:off x="3876789" y="2886946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/>
            <p:cNvSpPr/>
            <p:nvPr/>
          </p:nvSpPr>
          <p:spPr>
            <a:xfrm>
              <a:off x="5655349" y="3368953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3528" y="1468591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21377" y="150835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7142021" y="4531979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8242373" y="563046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112618" y="84852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/>
            <p:cNvSpPr/>
            <p:nvPr/>
          </p:nvSpPr>
          <p:spPr>
            <a:xfrm>
              <a:off x="583183" y="1255950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/>
            <p:cNvSpPr/>
            <p:nvPr/>
          </p:nvSpPr>
          <p:spPr>
            <a:xfrm>
              <a:off x="3193343" y="3876011"/>
              <a:ext cx="128919" cy="948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sp>
        <p:nvSpPr>
          <p:cNvPr id="63" name="제목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학교급식지원센터 설치개요</a:t>
            </a:r>
            <a:endParaRPr lang="ko-KR" altLang="en-US" dirty="0"/>
          </a:p>
        </p:txBody>
      </p:sp>
      <p:graphicFrame>
        <p:nvGraphicFramePr>
          <p:cNvPr id="70" name="내용 개체 틀 69"/>
          <p:cNvGraphicFramePr>
            <a:graphicFrameLocks noGrp="1"/>
          </p:cNvGraphicFramePr>
          <p:nvPr>
            <p:ph idx="1"/>
          </p:nvPr>
        </p:nvGraphicFramePr>
        <p:xfrm>
          <a:off x="827584" y="1700808"/>
          <a:ext cx="7200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1" name="그룹 4"/>
          <p:cNvGrpSpPr/>
          <p:nvPr/>
        </p:nvGrpSpPr>
        <p:grpSpPr>
          <a:xfrm>
            <a:off x="8028384" y="548680"/>
            <a:ext cx="841842" cy="5790256"/>
            <a:chOff x="7664309" y="591071"/>
            <a:chExt cx="841842" cy="5790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2" name="직사각형 71"/>
            <p:cNvSpPr/>
            <p:nvPr/>
          </p:nvSpPr>
          <p:spPr>
            <a:xfrm>
              <a:off x="7664309" y="591071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8460432" y="591072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7687168" y="86431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7710028" y="134076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7673100" y="177281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7704348" y="2199269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7678377" y="2685052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7701237" y="3161507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7664309" y="359355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7695557" y="402000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7682412" y="4509120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7705272" y="498557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7668344" y="541762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7699592" y="584407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6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1033">
            <a:off x="7840819" y="3610448"/>
            <a:ext cx="1751291" cy="259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24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4"/>
          <p:cNvGrpSpPr/>
          <p:nvPr/>
        </p:nvGrpSpPr>
        <p:grpSpPr>
          <a:xfrm>
            <a:off x="7664309" y="591071"/>
            <a:ext cx="841842" cy="5790256"/>
            <a:chOff x="7664309" y="591071"/>
            <a:chExt cx="841842" cy="5790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직사각형 14"/>
            <p:cNvSpPr/>
            <p:nvPr/>
          </p:nvSpPr>
          <p:spPr>
            <a:xfrm>
              <a:off x="7664309" y="591071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460432" y="591072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687168" y="86431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10028" y="134076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673100" y="177281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704348" y="2199269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678377" y="2685052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1237" y="3161507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664309" y="359355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695557" y="402000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682412" y="4509120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7705272" y="498557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7668344" y="541762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699592" y="584407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7692225" y="6065695"/>
            <a:ext cx="79612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3"/>
          <p:cNvGrpSpPr/>
          <p:nvPr/>
        </p:nvGrpSpPr>
        <p:grpSpPr>
          <a:xfrm rot="10800000">
            <a:off x="-1200" y="5229200"/>
            <a:ext cx="9145200" cy="2525395"/>
            <a:chOff x="21624" y="-1020333"/>
            <a:chExt cx="9145200" cy="290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현 104"/>
            <p:cNvSpPr/>
            <p:nvPr/>
          </p:nvSpPr>
          <p:spPr>
            <a:xfrm rot="17570924">
              <a:off x="984089" y="-106925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현 105"/>
            <p:cNvSpPr/>
            <p:nvPr/>
          </p:nvSpPr>
          <p:spPr>
            <a:xfrm rot="17570924">
              <a:off x="1591239" y="-58815"/>
              <a:ext cx="1998646" cy="18813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현 106"/>
            <p:cNvSpPr/>
            <p:nvPr/>
          </p:nvSpPr>
          <p:spPr>
            <a:xfrm rot="17570924">
              <a:off x="994789" y="-689763"/>
              <a:ext cx="2870962" cy="2209822"/>
            </a:xfrm>
            <a:prstGeom prst="chord">
              <a:avLst>
                <a:gd name="adj1" fmla="val 2820306"/>
                <a:gd name="adj2" fmla="val 16183153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현 107"/>
            <p:cNvSpPr/>
            <p:nvPr/>
          </p:nvSpPr>
          <p:spPr>
            <a:xfrm rot="17477302">
              <a:off x="8053751" y="-121074"/>
              <a:ext cx="1177023" cy="99519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현 108"/>
            <p:cNvSpPr/>
            <p:nvPr/>
          </p:nvSpPr>
          <p:spPr>
            <a:xfrm rot="17477302">
              <a:off x="6905461" y="-175215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현 109"/>
            <p:cNvSpPr/>
            <p:nvPr/>
          </p:nvSpPr>
          <p:spPr>
            <a:xfrm rot="17570924">
              <a:off x="386731" y="-405073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현 110"/>
            <p:cNvSpPr/>
            <p:nvPr/>
          </p:nvSpPr>
          <p:spPr>
            <a:xfrm rot="17570924">
              <a:off x="5700394" y="-373228"/>
              <a:ext cx="1603362" cy="116204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현 111"/>
            <p:cNvSpPr/>
            <p:nvPr/>
          </p:nvSpPr>
          <p:spPr>
            <a:xfrm rot="17570924">
              <a:off x="4705814" y="-202267"/>
              <a:ext cx="1603362" cy="1347694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현 112"/>
            <p:cNvSpPr/>
            <p:nvPr/>
          </p:nvSpPr>
          <p:spPr>
            <a:xfrm rot="17570924">
              <a:off x="3495499" y="-21467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현 113"/>
            <p:cNvSpPr/>
            <p:nvPr/>
          </p:nvSpPr>
          <p:spPr>
            <a:xfrm rot="17570924">
              <a:off x="3225630" y="-42351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현 114"/>
            <p:cNvSpPr/>
            <p:nvPr/>
          </p:nvSpPr>
          <p:spPr>
            <a:xfrm rot="18422784">
              <a:off x="-43731" y="-586540"/>
              <a:ext cx="1282837" cy="1152128"/>
            </a:xfrm>
            <a:prstGeom prst="chord">
              <a:avLst>
                <a:gd name="adj1" fmla="val 3190750"/>
                <a:gd name="adj2" fmla="val 138953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현 115"/>
            <p:cNvSpPr/>
            <p:nvPr/>
          </p:nvSpPr>
          <p:spPr>
            <a:xfrm rot="17570924">
              <a:off x="700662" y="-420646"/>
              <a:ext cx="1580719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현 116"/>
            <p:cNvSpPr/>
            <p:nvPr/>
          </p:nvSpPr>
          <p:spPr>
            <a:xfrm rot="17477302">
              <a:off x="4581293" y="-557082"/>
              <a:ext cx="1574500" cy="155357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현 117"/>
            <p:cNvSpPr/>
            <p:nvPr/>
          </p:nvSpPr>
          <p:spPr>
            <a:xfrm rot="17477302">
              <a:off x="5722810" y="-435699"/>
              <a:ext cx="1298781" cy="118886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 rot="16877273">
              <a:off x="7387661" y="-470518"/>
              <a:ext cx="1244591" cy="1043893"/>
            </a:xfrm>
            <a:prstGeom prst="chord">
              <a:avLst>
                <a:gd name="adj1" fmla="val 4457101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현 119"/>
            <p:cNvSpPr/>
            <p:nvPr/>
          </p:nvSpPr>
          <p:spPr>
            <a:xfrm rot="17477302">
              <a:off x="6806895" y="-278607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현 120"/>
            <p:cNvSpPr/>
            <p:nvPr/>
          </p:nvSpPr>
          <p:spPr>
            <a:xfrm rot="16877273">
              <a:off x="7821414" y="-479211"/>
              <a:ext cx="1646928" cy="1043893"/>
            </a:xfrm>
            <a:prstGeom prst="chord">
              <a:avLst>
                <a:gd name="adj1" fmla="val 4457101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타원 91"/>
          <p:cNvSpPr/>
          <p:nvPr/>
        </p:nvSpPr>
        <p:spPr>
          <a:xfrm>
            <a:off x="4427097" y="4065727"/>
            <a:ext cx="296265" cy="307905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15"/>
          <p:cNvGrpSpPr/>
          <p:nvPr/>
        </p:nvGrpSpPr>
        <p:grpSpPr>
          <a:xfrm>
            <a:off x="0" y="836712"/>
            <a:ext cx="8996889" cy="5532799"/>
            <a:chOff x="112618" y="848528"/>
            <a:chExt cx="8996889" cy="5532799"/>
          </a:xfrm>
        </p:grpSpPr>
        <p:sp>
          <p:nvSpPr>
            <p:cNvPr id="89" name="타원 88"/>
            <p:cNvSpPr/>
            <p:nvPr/>
          </p:nvSpPr>
          <p:spPr>
            <a:xfrm>
              <a:off x="1971077" y="2332481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>
            <a:xfrm>
              <a:off x="1883545" y="3098632"/>
              <a:ext cx="579654" cy="540642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5044658" y="315278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31435" y="523260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475853" y="5045633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4457270" y="1823748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1634740" y="283457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668530" y="2207113"/>
              <a:ext cx="375632" cy="358561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00"/>
            <p:cNvSpPr/>
            <p:nvPr/>
          </p:nvSpPr>
          <p:spPr>
            <a:xfrm rot="11445430">
              <a:off x="5636618" y="4021134"/>
              <a:ext cx="671177" cy="634746"/>
            </a:xfrm>
            <a:custGeom>
              <a:avLst/>
              <a:gdLst>
                <a:gd name="connsiteX0" fmla="*/ 1783644 w 1783644"/>
                <a:gd name="connsiteY0" fmla="*/ 496711 h 1975556"/>
                <a:gd name="connsiteX1" fmla="*/ 1772355 w 1783644"/>
                <a:gd name="connsiteY1" fmla="*/ 338667 h 1975556"/>
                <a:gd name="connsiteX2" fmla="*/ 1761066 w 1783644"/>
                <a:gd name="connsiteY2" fmla="*/ 304800 h 1975556"/>
                <a:gd name="connsiteX3" fmla="*/ 1727200 w 1783644"/>
                <a:gd name="connsiteY3" fmla="*/ 282222 h 1975556"/>
                <a:gd name="connsiteX4" fmla="*/ 1682044 w 1783644"/>
                <a:gd name="connsiteY4" fmla="*/ 214489 h 1975556"/>
                <a:gd name="connsiteX5" fmla="*/ 1648177 w 1783644"/>
                <a:gd name="connsiteY5" fmla="*/ 203200 h 1975556"/>
                <a:gd name="connsiteX6" fmla="*/ 1625600 w 1783644"/>
                <a:gd name="connsiteY6" fmla="*/ 169333 h 1975556"/>
                <a:gd name="connsiteX7" fmla="*/ 1591733 w 1783644"/>
                <a:gd name="connsiteY7" fmla="*/ 158044 h 1975556"/>
                <a:gd name="connsiteX8" fmla="*/ 1512711 w 1783644"/>
                <a:gd name="connsiteY8" fmla="*/ 135467 h 1975556"/>
                <a:gd name="connsiteX9" fmla="*/ 1422400 w 1783644"/>
                <a:gd name="connsiteY9" fmla="*/ 67733 h 1975556"/>
                <a:gd name="connsiteX10" fmla="*/ 1275644 w 1783644"/>
                <a:gd name="connsiteY10" fmla="*/ 33867 h 1975556"/>
                <a:gd name="connsiteX11" fmla="*/ 1219200 w 1783644"/>
                <a:gd name="connsiteY11" fmla="*/ 22578 h 1975556"/>
                <a:gd name="connsiteX12" fmla="*/ 1128889 w 1783644"/>
                <a:gd name="connsiteY12" fmla="*/ 0 h 1975556"/>
                <a:gd name="connsiteX13" fmla="*/ 666044 w 1783644"/>
                <a:gd name="connsiteY13" fmla="*/ 11289 h 1975556"/>
                <a:gd name="connsiteX14" fmla="*/ 587022 w 1783644"/>
                <a:gd name="connsiteY14" fmla="*/ 45156 h 1975556"/>
                <a:gd name="connsiteX15" fmla="*/ 496711 w 1783644"/>
                <a:gd name="connsiteY15" fmla="*/ 90311 h 1975556"/>
                <a:gd name="connsiteX16" fmla="*/ 417689 w 1783644"/>
                <a:gd name="connsiteY16" fmla="*/ 135467 h 1975556"/>
                <a:gd name="connsiteX17" fmla="*/ 270933 w 1783644"/>
                <a:gd name="connsiteY17" fmla="*/ 237067 h 1975556"/>
                <a:gd name="connsiteX18" fmla="*/ 237066 w 1783644"/>
                <a:gd name="connsiteY18" fmla="*/ 270933 h 1975556"/>
                <a:gd name="connsiteX19" fmla="*/ 191911 w 1783644"/>
                <a:gd name="connsiteY19" fmla="*/ 304800 h 1975556"/>
                <a:gd name="connsiteX20" fmla="*/ 146755 w 1783644"/>
                <a:gd name="connsiteY20" fmla="*/ 372533 h 1975556"/>
                <a:gd name="connsiteX21" fmla="*/ 135466 w 1783644"/>
                <a:gd name="connsiteY21" fmla="*/ 406400 h 1975556"/>
                <a:gd name="connsiteX22" fmla="*/ 67733 w 1783644"/>
                <a:gd name="connsiteY22" fmla="*/ 496711 h 1975556"/>
                <a:gd name="connsiteX23" fmla="*/ 56444 w 1783644"/>
                <a:gd name="connsiteY23" fmla="*/ 541867 h 1975556"/>
                <a:gd name="connsiteX24" fmla="*/ 33866 w 1783644"/>
                <a:gd name="connsiteY24" fmla="*/ 587022 h 1975556"/>
                <a:gd name="connsiteX25" fmla="*/ 22577 w 1783644"/>
                <a:gd name="connsiteY25" fmla="*/ 643467 h 1975556"/>
                <a:gd name="connsiteX26" fmla="*/ 0 w 1783644"/>
                <a:gd name="connsiteY26" fmla="*/ 711200 h 1975556"/>
                <a:gd name="connsiteX27" fmla="*/ 11289 w 1783644"/>
                <a:gd name="connsiteY27" fmla="*/ 1332089 h 1975556"/>
                <a:gd name="connsiteX28" fmla="*/ 45155 w 1783644"/>
                <a:gd name="connsiteY28" fmla="*/ 1422400 h 1975556"/>
                <a:gd name="connsiteX29" fmla="*/ 67733 w 1783644"/>
                <a:gd name="connsiteY29" fmla="*/ 1512711 h 1975556"/>
                <a:gd name="connsiteX30" fmla="*/ 79022 w 1783644"/>
                <a:gd name="connsiteY30" fmla="*/ 1557867 h 1975556"/>
                <a:gd name="connsiteX31" fmla="*/ 90311 w 1783644"/>
                <a:gd name="connsiteY31" fmla="*/ 1614311 h 1975556"/>
                <a:gd name="connsiteX32" fmla="*/ 112889 w 1783644"/>
                <a:gd name="connsiteY32" fmla="*/ 1659467 h 1975556"/>
                <a:gd name="connsiteX33" fmla="*/ 146755 w 1783644"/>
                <a:gd name="connsiteY33" fmla="*/ 1704622 h 1975556"/>
                <a:gd name="connsiteX34" fmla="*/ 180622 w 1783644"/>
                <a:gd name="connsiteY34" fmla="*/ 1715911 h 1975556"/>
                <a:gd name="connsiteX35" fmla="*/ 237066 w 1783644"/>
                <a:gd name="connsiteY35" fmla="*/ 1738489 h 1975556"/>
                <a:gd name="connsiteX36" fmla="*/ 304800 w 1783644"/>
                <a:gd name="connsiteY36" fmla="*/ 1772356 h 1975556"/>
                <a:gd name="connsiteX37" fmla="*/ 372533 w 1783644"/>
                <a:gd name="connsiteY37" fmla="*/ 1817511 h 1975556"/>
                <a:gd name="connsiteX38" fmla="*/ 496711 w 1783644"/>
                <a:gd name="connsiteY38" fmla="*/ 1873956 h 1975556"/>
                <a:gd name="connsiteX39" fmla="*/ 541866 w 1783644"/>
                <a:gd name="connsiteY39" fmla="*/ 1896533 h 1975556"/>
                <a:gd name="connsiteX40" fmla="*/ 587022 w 1783644"/>
                <a:gd name="connsiteY40" fmla="*/ 1907822 h 1975556"/>
                <a:gd name="connsiteX41" fmla="*/ 620889 w 1783644"/>
                <a:gd name="connsiteY41" fmla="*/ 1930400 h 1975556"/>
                <a:gd name="connsiteX42" fmla="*/ 699911 w 1783644"/>
                <a:gd name="connsiteY42" fmla="*/ 1941689 h 1975556"/>
                <a:gd name="connsiteX43" fmla="*/ 745066 w 1783644"/>
                <a:gd name="connsiteY43" fmla="*/ 1952978 h 1975556"/>
                <a:gd name="connsiteX44" fmla="*/ 778933 w 1783644"/>
                <a:gd name="connsiteY44" fmla="*/ 1964267 h 1975556"/>
                <a:gd name="connsiteX45" fmla="*/ 857955 w 1783644"/>
                <a:gd name="connsiteY45" fmla="*/ 1975556 h 1975556"/>
                <a:gd name="connsiteX46" fmla="*/ 1140177 w 1783644"/>
                <a:gd name="connsiteY46" fmla="*/ 1964267 h 1975556"/>
                <a:gd name="connsiteX47" fmla="*/ 1185333 w 1783644"/>
                <a:gd name="connsiteY47" fmla="*/ 1930400 h 1975556"/>
                <a:gd name="connsiteX48" fmla="*/ 1219200 w 1783644"/>
                <a:gd name="connsiteY48" fmla="*/ 1919111 h 1975556"/>
                <a:gd name="connsiteX49" fmla="*/ 1275644 w 1783644"/>
                <a:gd name="connsiteY49" fmla="*/ 1862667 h 1975556"/>
                <a:gd name="connsiteX50" fmla="*/ 1309511 w 1783644"/>
                <a:gd name="connsiteY50" fmla="*/ 1840089 h 1975556"/>
                <a:gd name="connsiteX51" fmla="*/ 1377244 w 1783644"/>
                <a:gd name="connsiteY51" fmla="*/ 1738489 h 1975556"/>
                <a:gd name="connsiteX52" fmla="*/ 1399822 w 1783644"/>
                <a:gd name="connsiteY52" fmla="*/ 1704622 h 1975556"/>
                <a:gd name="connsiteX53" fmla="*/ 1422400 w 1783644"/>
                <a:gd name="connsiteY53" fmla="*/ 1670756 h 19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83644" h="1975556">
                  <a:moveTo>
                    <a:pt x="1783644" y="496711"/>
                  </a:moveTo>
                  <a:cubicBezTo>
                    <a:pt x="1779881" y="444030"/>
                    <a:pt x="1778526" y="391121"/>
                    <a:pt x="1772355" y="338667"/>
                  </a:cubicBezTo>
                  <a:cubicBezTo>
                    <a:pt x="1770965" y="326849"/>
                    <a:pt x="1768500" y="314092"/>
                    <a:pt x="1761066" y="304800"/>
                  </a:cubicBezTo>
                  <a:cubicBezTo>
                    <a:pt x="1752591" y="294206"/>
                    <a:pt x="1738489" y="289748"/>
                    <a:pt x="1727200" y="282222"/>
                  </a:cubicBezTo>
                  <a:cubicBezTo>
                    <a:pt x="1715364" y="246716"/>
                    <a:pt x="1718285" y="238649"/>
                    <a:pt x="1682044" y="214489"/>
                  </a:cubicBezTo>
                  <a:cubicBezTo>
                    <a:pt x="1672143" y="207888"/>
                    <a:pt x="1659466" y="206963"/>
                    <a:pt x="1648177" y="203200"/>
                  </a:cubicBezTo>
                  <a:cubicBezTo>
                    <a:pt x="1640651" y="191911"/>
                    <a:pt x="1636194" y="177809"/>
                    <a:pt x="1625600" y="169333"/>
                  </a:cubicBezTo>
                  <a:cubicBezTo>
                    <a:pt x="1616308" y="161899"/>
                    <a:pt x="1603175" y="161313"/>
                    <a:pt x="1591733" y="158044"/>
                  </a:cubicBezTo>
                  <a:cubicBezTo>
                    <a:pt x="1492517" y="129698"/>
                    <a:pt x="1593904" y="162532"/>
                    <a:pt x="1512711" y="135467"/>
                  </a:cubicBezTo>
                  <a:cubicBezTo>
                    <a:pt x="1482607" y="112889"/>
                    <a:pt x="1458099" y="79632"/>
                    <a:pt x="1422400" y="67733"/>
                  </a:cubicBezTo>
                  <a:cubicBezTo>
                    <a:pt x="1316314" y="32373"/>
                    <a:pt x="1392882" y="53407"/>
                    <a:pt x="1275644" y="33867"/>
                  </a:cubicBezTo>
                  <a:cubicBezTo>
                    <a:pt x="1256718" y="30713"/>
                    <a:pt x="1237896" y="26892"/>
                    <a:pt x="1219200" y="22578"/>
                  </a:cubicBezTo>
                  <a:cubicBezTo>
                    <a:pt x="1188964" y="15600"/>
                    <a:pt x="1128889" y="0"/>
                    <a:pt x="1128889" y="0"/>
                  </a:cubicBezTo>
                  <a:cubicBezTo>
                    <a:pt x="974607" y="3763"/>
                    <a:pt x="820219" y="4437"/>
                    <a:pt x="666044" y="11289"/>
                  </a:cubicBezTo>
                  <a:cubicBezTo>
                    <a:pt x="618712" y="13393"/>
                    <a:pt x="624191" y="24882"/>
                    <a:pt x="587022" y="45156"/>
                  </a:cubicBezTo>
                  <a:cubicBezTo>
                    <a:pt x="557475" y="61273"/>
                    <a:pt x="524715" y="71642"/>
                    <a:pt x="496711" y="90311"/>
                  </a:cubicBezTo>
                  <a:cubicBezTo>
                    <a:pt x="425754" y="137615"/>
                    <a:pt x="503615" y="87731"/>
                    <a:pt x="417689" y="135467"/>
                  </a:cubicBezTo>
                  <a:cubicBezTo>
                    <a:pt x="373221" y="160171"/>
                    <a:pt x="302919" y="205082"/>
                    <a:pt x="270933" y="237067"/>
                  </a:cubicBezTo>
                  <a:cubicBezTo>
                    <a:pt x="259644" y="248356"/>
                    <a:pt x="249187" y="260543"/>
                    <a:pt x="237066" y="270933"/>
                  </a:cubicBezTo>
                  <a:cubicBezTo>
                    <a:pt x="222781" y="283177"/>
                    <a:pt x="204411" y="290738"/>
                    <a:pt x="191911" y="304800"/>
                  </a:cubicBezTo>
                  <a:cubicBezTo>
                    <a:pt x="173883" y="325081"/>
                    <a:pt x="146755" y="372533"/>
                    <a:pt x="146755" y="372533"/>
                  </a:cubicBezTo>
                  <a:cubicBezTo>
                    <a:pt x="142992" y="383822"/>
                    <a:pt x="141855" y="396361"/>
                    <a:pt x="135466" y="406400"/>
                  </a:cubicBezTo>
                  <a:cubicBezTo>
                    <a:pt x="115264" y="438147"/>
                    <a:pt x="67733" y="496711"/>
                    <a:pt x="67733" y="496711"/>
                  </a:cubicBezTo>
                  <a:cubicBezTo>
                    <a:pt x="63970" y="511763"/>
                    <a:pt x="61892" y="527340"/>
                    <a:pt x="56444" y="541867"/>
                  </a:cubicBezTo>
                  <a:cubicBezTo>
                    <a:pt x="50535" y="557624"/>
                    <a:pt x="39188" y="571057"/>
                    <a:pt x="33866" y="587022"/>
                  </a:cubicBezTo>
                  <a:cubicBezTo>
                    <a:pt x="27798" y="605225"/>
                    <a:pt x="27625" y="624955"/>
                    <a:pt x="22577" y="643467"/>
                  </a:cubicBezTo>
                  <a:cubicBezTo>
                    <a:pt x="16315" y="666427"/>
                    <a:pt x="0" y="711200"/>
                    <a:pt x="0" y="711200"/>
                  </a:cubicBezTo>
                  <a:cubicBezTo>
                    <a:pt x="3763" y="918163"/>
                    <a:pt x="4276" y="1125211"/>
                    <a:pt x="11289" y="1332089"/>
                  </a:cubicBezTo>
                  <a:cubicBezTo>
                    <a:pt x="12896" y="1379495"/>
                    <a:pt x="30566" y="1378634"/>
                    <a:pt x="45155" y="1422400"/>
                  </a:cubicBezTo>
                  <a:cubicBezTo>
                    <a:pt x="54968" y="1451838"/>
                    <a:pt x="60207" y="1482607"/>
                    <a:pt x="67733" y="1512711"/>
                  </a:cubicBezTo>
                  <a:cubicBezTo>
                    <a:pt x="71496" y="1527763"/>
                    <a:pt x="75979" y="1542653"/>
                    <a:pt x="79022" y="1557867"/>
                  </a:cubicBezTo>
                  <a:cubicBezTo>
                    <a:pt x="82785" y="1576682"/>
                    <a:pt x="84243" y="1596108"/>
                    <a:pt x="90311" y="1614311"/>
                  </a:cubicBezTo>
                  <a:cubicBezTo>
                    <a:pt x="95633" y="1630276"/>
                    <a:pt x="103970" y="1645196"/>
                    <a:pt x="112889" y="1659467"/>
                  </a:cubicBezTo>
                  <a:cubicBezTo>
                    <a:pt x="122861" y="1675422"/>
                    <a:pt x="132301" y="1692577"/>
                    <a:pt x="146755" y="1704622"/>
                  </a:cubicBezTo>
                  <a:cubicBezTo>
                    <a:pt x="155897" y="1712240"/>
                    <a:pt x="169480" y="1711733"/>
                    <a:pt x="180622" y="1715911"/>
                  </a:cubicBezTo>
                  <a:cubicBezTo>
                    <a:pt x="199596" y="1723026"/>
                    <a:pt x="218941" y="1729427"/>
                    <a:pt x="237066" y="1738489"/>
                  </a:cubicBezTo>
                  <a:cubicBezTo>
                    <a:pt x="324599" y="1782256"/>
                    <a:pt x="219677" y="1743982"/>
                    <a:pt x="304800" y="1772356"/>
                  </a:cubicBezTo>
                  <a:cubicBezTo>
                    <a:pt x="379959" y="1847515"/>
                    <a:pt x="299014" y="1776666"/>
                    <a:pt x="372533" y="1817511"/>
                  </a:cubicBezTo>
                  <a:cubicBezTo>
                    <a:pt x="482387" y="1878542"/>
                    <a:pt x="395162" y="1853646"/>
                    <a:pt x="496711" y="1873956"/>
                  </a:cubicBezTo>
                  <a:cubicBezTo>
                    <a:pt x="511763" y="1881482"/>
                    <a:pt x="526109" y="1890624"/>
                    <a:pt x="541866" y="1896533"/>
                  </a:cubicBezTo>
                  <a:cubicBezTo>
                    <a:pt x="556393" y="1901981"/>
                    <a:pt x="572761" y="1901710"/>
                    <a:pt x="587022" y="1907822"/>
                  </a:cubicBezTo>
                  <a:cubicBezTo>
                    <a:pt x="599493" y="1913167"/>
                    <a:pt x="607894" y="1926501"/>
                    <a:pt x="620889" y="1930400"/>
                  </a:cubicBezTo>
                  <a:cubicBezTo>
                    <a:pt x="646375" y="1938046"/>
                    <a:pt x="673732" y="1936929"/>
                    <a:pt x="699911" y="1941689"/>
                  </a:cubicBezTo>
                  <a:cubicBezTo>
                    <a:pt x="715176" y="1944464"/>
                    <a:pt x="730148" y="1948716"/>
                    <a:pt x="745066" y="1952978"/>
                  </a:cubicBezTo>
                  <a:cubicBezTo>
                    <a:pt x="756508" y="1956247"/>
                    <a:pt x="767264" y="1961933"/>
                    <a:pt x="778933" y="1964267"/>
                  </a:cubicBezTo>
                  <a:cubicBezTo>
                    <a:pt x="805024" y="1969485"/>
                    <a:pt x="831614" y="1971793"/>
                    <a:pt x="857955" y="1975556"/>
                  </a:cubicBezTo>
                  <a:cubicBezTo>
                    <a:pt x="952029" y="1971793"/>
                    <a:pt x="1046911" y="1977131"/>
                    <a:pt x="1140177" y="1964267"/>
                  </a:cubicBezTo>
                  <a:cubicBezTo>
                    <a:pt x="1158816" y="1961696"/>
                    <a:pt x="1168997" y="1939735"/>
                    <a:pt x="1185333" y="1930400"/>
                  </a:cubicBezTo>
                  <a:cubicBezTo>
                    <a:pt x="1195665" y="1924496"/>
                    <a:pt x="1207911" y="1922874"/>
                    <a:pt x="1219200" y="1919111"/>
                  </a:cubicBezTo>
                  <a:cubicBezTo>
                    <a:pt x="1309513" y="1858900"/>
                    <a:pt x="1200381" y="1937928"/>
                    <a:pt x="1275644" y="1862667"/>
                  </a:cubicBezTo>
                  <a:cubicBezTo>
                    <a:pt x="1285238" y="1853073"/>
                    <a:pt x="1298222" y="1847615"/>
                    <a:pt x="1309511" y="1840089"/>
                  </a:cubicBezTo>
                  <a:lnTo>
                    <a:pt x="1377244" y="1738489"/>
                  </a:lnTo>
                  <a:lnTo>
                    <a:pt x="1399822" y="1704622"/>
                  </a:lnTo>
                  <a:lnTo>
                    <a:pt x="1422400" y="1670756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3596894" y="3192200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709614" y="3332246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/>
            <p:cNvSpPr/>
            <p:nvPr/>
          </p:nvSpPr>
          <p:spPr>
            <a:xfrm>
              <a:off x="3876789" y="2886946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/>
            <p:cNvSpPr/>
            <p:nvPr/>
          </p:nvSpPr>
          <p:spPr>
            <a:xfrm>
              <a:off x="5655349" y="3368953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3528" y="1468591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21377" y="150835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7142021" y="4531979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8242373" y="563046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112618" y="84852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/>
            <p:cNvSpPr/>
            <p:nvPr/>
          </p:nvSpPr>
          <p:spPr>
            <a:xfrm>
              <a:off x="583183" y="1255950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/>
            <p:cNvSpPr/>
            <p:nvPr/>
          </p:nvSpPr>
          <p:spPr>
            <a:xfrm>
              <a:off x="3193343" y="3876011"/>
              <a:ext cx="128919" cy="948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1033">
            <a:off x="7672838" y="3253062"/>
            <a:ext cx="1793738" cy="265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제목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하남시 무상급식 지원현황</a:t>
            </a:r>
            <a:endParaRPr lang="ko-KR" altLang="en-US" dirty="0"/>
          </a:p>
        </p:txBody>
      </p:sp>
      <p:sp>
        <p:nvSpPr>
          <p:cNvPr id="60" name="내용 개체 틀 59"/>
          <p:cNvSpPr>
            <a:spLocks noGrp="1"/>
          </p:cNvSpPr>
          <p:nvPr>
            <p:ph idx="1"/>
          </p:nvPr>
        </p:nvSpPr>
        <p:spPr>
          <a:xfrm>
            <a:off x="611560" y="1772816"/>
            <a:ext cx="8229600" cy="388843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유 치 원 </a:t>
            </a:r>
            <a:r>
              <a:rPr lang="en-US" altLang="ko-KR" dirty="0" smtClean="0"/>
              <a:t>: 32</a:t>
            </a:r>
            <a:r>
              <a:rPr lang="ko-KR" altLang="en-US" dirty="0" smtClean="0"/>
              <a:t>개원</a:t>
            </a:r>
            <a:endParaRPr lang="en-US" altLang="ko-KR" dirty="0" smtClean="0"/>
          </a:p>
          <a:p>
            <a:endParaRPr lang="en-US" altLang="ko-KR" sz="1000" dirty="0" smtClean="0"/>
          </a:p>
          <a:p>
            <a:r>
              <a:rPr lang="ko-KR" altLang="en-US" dirty="0" smtClean="0"/>
              <a:t>초등학교</a:t>
            </a:r>
            <a:r>
              <a:rPr lang="en-US" altLang="ko-KR" dirty="0" smtClean="0"/>
              <a:t>: 20</a:t>
            </a:r>
            <a:r>
              <a:rPr lang="ko-KR" altLang="en-US" dirty="0" smtClean="0"/>
              <a:t>개교</a:t>
            </a:r>
            <a:r>
              <a:rPr lang="en-US" altLang="ko-KR" dirty="0" smtClean="0"/>
              <a:t>(2016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개교 신설</a:t>
            </a:r>
            <a:r>
              <a:rPr lang="en-US" altLang="ko-KR" dirty="0" smtClean="0"/>
              <a:t>)</a:t>
            </a:r>
          </a:p>
          <a:p>
            <a:endParaRPr lang="en-US" altLang="ko-KR" sz="1000" dirty="0" smtClean="0"/>
          </a:p>
          <a:p>
            <a:r>
              <a:rPr lang="ko-KR" altLang="en-US" dirty="0" smtClean="0"/>
              <a:t>중 학 교 </a:t>
            </a:r>
            <a:r>
              <a:rPr lang="en-US" altLang="ko-KR" dirty="0" smtClean="0"/>
              <a:t>: 11</a:t>
            </a:r>
            <a:r>
              <a:rPr lang="ko-KR" altLang="en-US" dirty="0" smtClean="0"/>
              <a:t>개교</a:t>
            </a:r>
            <a:r>
              <a:rPr lang="en-US" altLang="ko-KR" dirty="0" smtClean="0"/>
              <a:t>(2016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개교 신설</a:t>
            </a:r>
            <a:r>
              <a:rPr lang="en-US" altLang="ko-KR" dirty="0" smtClean="0"/>
              <a:t>)</a:t>
            </a:r>
          </a:p>
          <a:p>
            <a:endParaRPr lang="en-US" altLang="ko-KR" sz="1000" dirty="0" smtClean="0"/>
          </a:p>
          <a:p>
            <a:r>
              <a:rPr lang="ko-KR" altLang="en-US" dirty="0" smtClean="0"/>
              <a:t>고등학교</a:t>
            </a:r>
            <a:r>
              <a:rPr lang="en-US" altLang="ko-KR" dirty="0" smtClean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9</a:t>
            </a:r>
            <a:r>
              <a:rPr lang="ko-KR" altLang="en-US" dirty="0" smtClean="0"/>
              <a:t>개교</a:t>
            </a:r>
            <a:r>
              <a:rPr lang="en-US" altLang="ko-KR" dirty="0" smtClean="0"/>
              <a:t>(2016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개교 신설</a:t>
            </a:r>
            <a:r>
              <a:rPr lang="en-US" altLang="ko-KR" dirty="0" smtClean="0"/>
              <a:t>)</a:t>
            </a:r>
          </a:p>
          <a:p>
            <a:endParaRPr lang="en-US" altLang="ko-KR" sz="1000" dirty="0" smtClean="0"/>
          </a:p>
          <a:p>
            <a:r>
              <a:rPr lang="ko-KR" altLang="en-US" dirty="0" smtClean="0"/>
              <a:t>대안학교</a:t>
            </a:r>
            <a:r>
              <a:rPr lang="en-US" altLang="ko-KR" dirty="0" smtClean="0"/>
              <a:t>: 2</a:t>
            </a:r>
            <a:r>
              <a:rPr lang="ko-KR" altLang="en-US" dirty="0" smtClean="0"/>
              <a:t>개교</a:t>
            </a: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4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4"/>
          <p:cNvGrpSpPr/>
          <p:nvPr/>
        </p:nvGrpSpPr>
        <p:grpSpPr>
          <a:xfrm>
            <a:off x="7664309" y="591071"/>
            <a:ext cx="841842" cy="5790256"/>
            <a:chOff x="7664309" y="591071"/>
            <a:chExt cx="841842" cy="5790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직사각형 14"/>
            <p:cNvSpPr/>
            <p:nvPr/>
          </p:nvSpPr>
          <p:spPr>
            <a:xfrm>
              <a:off x="7664309" y="591071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460432" y="591072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687168" y="86431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10028" y="134076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673100" y="177281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704348" y="2199269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678377" y="2685052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1237" y="3161507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664309" y="359355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695557" y="402000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682412" y="4509120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7705272" y="498557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7668344" y="541762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699592" y="584407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7692225" y="6065695"/>
            <a:ext cx="79612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3"/>
          <p:cNvGrpSpPr/>
          <p:nvPr/>
        </p:nvGrpSpPr>
        <p:grpSpPr>
          <a:xfrm rot="10800000">
            <a:off x="-1200" y="5301208"/>
            <a:ext cx="9145200" cy="2525395"/>
            <a:chOff x="21624" y="-1020333"/>
            <a:chExt cx="9145200" cy="290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현 104"/>
            <p:cNvSpPr/>
            <p:nvPr/>
          </p:nvSpPr>
          <p:spPr>
            <a:xfrm rot="17570924">
              <a:off x="984089" y="-106925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현 105"/>
            <p:cNvSpPr/>
            <p:nvPr/>
          </p:nvSpPr>
          <p:spPr>
            <a:xfrm rot="17570924">
              <a:off x="1591239" y="-58815"/>
              <a:ext cx="1998646" cy="18813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현 106"/>
            <p:cNvSpPr/>
            <p:nvPr/>
          </p:nvSpPr>
          <p:spPr>
            <a:xfrm rot="17570924">
              <a:off x="994789" y="-689763"/>
              <a:ext cx="2870962" cy="2209822"/>
            </a:xfrm>
            <a:prstGeom prst="chord">
              <a:avLst>
                <a:gd name="adj1" fmla="val 2820306"/>
                <a:gd name="adj2" fmla="val 16183153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현 107"/>
            <p:cNvSpPr/>
            <p:nvPr/>
          </p:nvSpPr>
          <p:spPr>
            <a:xfrm rot="17477302">
              <a:off x="8053751" y="-121074"/>
              <a:ext cx="1177023" cy="99519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현 108"/>
            <p:cNvSpPr/>
            <p:nvPr/>
          </p:nvSpPr>
          <p:spPr>
            <a:xfrm rot="17477302">
              <a:off x="6905461" y="-175215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현 109"/>
            <p:cNvSpPr/>
            <p:nvPr/>
          </p:nvSpPr>
          <p:spPr>
            <a:xfrm rot="17570924">
              <a:off x="386731" y="-405073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현 110"/>
            <p:cNvSpPr/>
            <p:nvPr/>
          </p:nvSpPr>
          <p:spPr>
            <a:xfrm rot="17570924">
              <a:off x="5700394" y="-373228"/>
              <a:ext cx="1603362" cy="116204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현 111"/>
            <p:cNvSpPr/>
            <p:nvPr/>
          </p:nvSpPr>
          <p:spPr>
            <a:xfrm rot="17570924">
              <a:off x="4705814" y="-202267"/>
              <a:ext cx="1603362" cy="1347694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현 112"/>
            <p:cNvSpPr/>
            <p:nvPr/>
          </p:nvSpPr>
          <p:spPr>
            <a:xfrm rot="17570924">
              <a:off x="3495499" y="-21467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현 113"/>
            <p:cNvSpPr/>
            <p:nvPr/>
          </p:nvSpPr>
          <p:spPr>
            <a:xfrm rot="17570924">
              <a:off x="3225630" y="-42351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현 114"/>
            <p:cNvSpPr/>
            <p:nvPr/>
          </p:nvSpPr>
          <p:spPr>
            <a:xfrm rot="18422784">
              <a:off x="-43731" y="-586540"/>
              <a:ext cx="1282837" cy="1152128"/>
            </a:xfrm>
            <a:prstGeom prst="chord">
              <a:avLst>
                <a:gd name="adj1" fmla="val 3190750"/>
                <a:gd name="adj2" fmla="val 138953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현 115"/>
            <p:cNvSpPr/>
            <p:nvPr/>
          </p:nvSpPr>
          <p:spPr>
            <a:xfrm rot="17570924">
              <a:off x="700662" y="-420646"/>
              <a:ext cx="1580719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현 116"/>
            <p:cNvSpPr/>
            <p:nvPr/>
          </p:nvSpPr>
          <p:spPr>
            <a:xfrm rot="17477302">
              <a:off x="4581293" y="-557082"/>
              <a:ext cx="1574500" cy="155357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현 117"/>
            <p:cNvSpPr/>
            <p:nvPr/>
          </p:nvSpPr>
          <p:spPr>
            <a:xfrm rot="17477302">
              <a:off x="5722810" y="-435699"/>
              <a:ext cx="1298781" cy="118886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 rot="16877273">
              <a:off x="7387661" y="-470518"/>
              <a:ext cx="1244591" cy="1043893"/>
            </a:xfrm>
            <a:prstGeom prst="chord">
              <a:avLst>
                <a:gd name="adj1" fmla="val 4457101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현 119"/>
            <p:cNvSpPr/>
            <p:nvPr/>
          </p:nvSpPr>
          <p:spPr>
            <a:xfrm rot="17477302">
              <a:off x="6806895" y="-278607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현 120"/>
            <p:cNvSpPr/>
            <p:nvPr/>
          </p:nvSpPr>
          <p:spPr>
            <a:xfrm rot="16877273">
              <a:off x="7821414" y="-479211"/>
              <a:ext cx="1646928" cy="1043893"/>
            </a:xfrm>
            <a:prstGeom prst="chord">
              <a:avLst>
                <a:gd name="adj1" fmla="val 4457101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타원 91"/>
          <p:cNvSpPr/>
          <p:nvPr/>
        </p:nvSpPr>
        <p:spPr>
          <a:xfrm>
            <a:off x="4427097" y="4065727"/>
            <a:ext cx="296265" cy="307905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15"/>
          <p:cNvGrpSpPr/>
          <p:nvPr/>
        </p:nvGrpSpPr>
        <p:grpSpPr>
          <a:xfrm>
            <a:off x="0" y="836712"/>
            <a:ext cx="8996889" cy="5532799"/>
            <a:chOff x="112618" y="848528"/>
            <a:chExt cx="8996889" cy="5532799"/>
          </a:xfrm>
        </p:grpSpPr>
        <p:sp>
          <p:nvSpPr>
            <p:cNvPr id="89" name="타원 88"/>
            <p:cNvSpPr/>
            <p:nvPr/>
          </p:nvSpPr>
          <p:spPr>
            <a:xfrm>
              <a:off x="1971077" y="2332481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>
            <a:xfrm>
              <a:off x="1883545" y="3098632"/>
              <a:ext cx="579654" cy="540642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5044658" y="315278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31435" y="523260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475853" y="5045633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4457270" y="1823748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1634740" y="283457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668530" y="2207113"/>
              <a:ext cx="375632" cy="358561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00"/>
            <p:cNvSpPr/>
            <p:nvPr/>
          </p:nvSpPr>
          <p:spPr>
            <a:xfrm rot="11445430">
              <a:off x="5636618" y="4021134"/>
              <a:ext cx="671177" cy="634746"/>
            </a:xfrm>
            <a:custGeom>
              <a:avLst/>
              <a:gdLst>
                <a:gd name="connsiteX0" fmla="*/ 1783644 w 1783644"/>
                <a:gd name="connsiteY0" fmla="*/ 496711 h 1975556"/>
                <a:gd name="connsiteX1" fmla="*/ 1772355 w 1783644"/>
                <a:gd name="connsiteY1" fmla="*/ 338667 h 1975556"/>
                <a:gd name="connsiteX2" fmla="*/ 1761066 w 1783644"/>
                <a:gd name="connsiteY2" fmla="*/ 304800 h 1975556"/>
                <a:gd name="connsiteX3" fmla="*/ 1727200 w 1783644"/>
                <a:gd name="connsiteY3" fmla="*/ 282222 h 1975556"/>
                <a:gd name="connsiteX4" fmla="*/ 1682044 w 1783644"/>
                <a:gd name="connsiteY4" fmla="*/ 214489 h 1975556"/>
                <a:gd name="connsiteX5" fmla="*/ 1648177 w 1783644"/>
                <a:gd name="connsiteY5" fmla="*/ 203200 h 1975556"/>
                <a:gd name="connsiteX6" fmla="*/ 1625600 w 1783644"/>
                <a:gd name="connsiteY6" fmla="*/ 169333 h 1975556"/>
                <a:gd name="connsiteX7" fmla="*/ 1591733 w 1783644"/>
                <a:gd name="connsiteY7" fmla="*/ 158044 h 1975556"/>
                <a:gd name="connsiteX8" fmla="*/ 1512711 w 1783644"/>
                <a:gd name="connsiteY8" fmla="*/ 135467 h 1975556"/>
                <a:gd name="connsiteX9" fmla="*/ 1422400 w 1783644"/>
                <a:gd name="connsiteY9" fmla="*/ 67733 h 1975556"/>
                <a:gd name="connsiteX10" fmla="*/ 1275644 w 1783644"/>
                <a:gd name="connsiteY10" fmla="*/ 33867 h 1975556"/>
                <a:gd name="connsiteX11" fmla="*/ 1219200 w 1783644"/>
                <a:gd name="connsiteY11" fmla="*/ 22578 h 1975556"/>
                <a:gd name="connsiteX12" fmla="*/ 1128889 w 1783644"/>
                <a:gd name="connsiteY12" fmla="*/ 0 h 1975556"/>
                <a:gd name="connsiteX13" fmla="*/ 666044 w 1783644"/>
                <a:gd name="connsiteY13" fmla="*/ 11289 h 1975556"/>
                <a:gd name="connsiteX14" fmla="*/ 587022 w 1783644"/>
                <a:gd name="connsiteY14" fmla="*/ 45156 h 1975556"/>
                <a:gd name="connsiteX15" fmla="*/ 496711 w 1783644"/>
                <a:gd name="connsiteY15" fmla="*/ 90311 h 1975556"/>
                <a:gd name="connsiteX16" fmla="*/ 417689 w 1783644"/>
                <a:gd name="connsiteY16" fmla="*/ 135467 h 1975556"/>
                <a:gd name="connsiteX17" fmla="*/ 270933 w 1783644"/>
                <a:gd name="connsiteY17" fmla="*/ 237067 h 1975556"/>
                <a:gd name="connsiteX18" fmla="*/ 237066 w 1783644"/>
                <a:gd name="connsiteY18" fmla="*/ 270933 h 1975556"/>
                <a:gd name="connsiteX19" fmla="*/ 191911 w 1783644"/>
                <a:gd name="connsiteY19" fmla="*/ 304800 h 1975556"/>
                <a:gd name="connsiteX20" fmla="*/ 146755 w 1783644"/>
                <a:gd name="connsiteY20" fmla="*/ 372533 h 1975556"/>
                <a:gd name="connsiteX21" fmla="*/ 135466 w 1783644"/>
                <a:gd name="connsiteY21" fmla="*/ 406400 h 1975556"/>
                <a:gd name="connsiteX22" fmla="*/ 67733 w 1783644"/>
                <a:gd name="connsiteY22" fmla="*/ 496711 h 1975556"/>
                <a:gd name="connsiteX23" fmla="*/ 56444 w 1783644"/>
                <a:gd name="connsiteY23" fmla="*/ 541867 h 1975556"/>
                <a:gd name="connsiteX24" fmla="*/ 33866 w 1783644"/>
                <a:gd name="connsiteY24" fmla="*/ 587022 h 1975556"/>
                <a:gd name="connsiteX25" fmla="*/ 22577 w 1783644"/>
                <a:gd name="connsiteY25" fmla="*/ 643467 h 1975556"/>
                <a:gd name="connsiteX26" fmla="*/ 0 w 1783644"/>
                <a:gd name="connsiteY26" fmla="*/ 711200 h 1975556"/>
                <a:gd name="connsiteX27" fmla="*/ 11289 w 1783644"/>
                <a:gd name="connsiteY27" fmla="*/ 1332089 h 1975556"/>
                <a:gd name="connsiteX28" fmla="*/ 45155 w 1783644"/>
                <a:gd name="connsiteY28" fmla="*/ 1422400 h 1975556"/>
                <a:gd name="connsiteX29" fmla="*/ 67733 w 1783644"/>
                <a:gd name="connsiteY29" fmla="*/ 1512711 h 1975556"/>
                <a:gd name="connsiteX30" fmla="*/ 79022 w 1783644"/>
                <a:gd name="connsiteY30" fmla="*/ 1557867 h 1975556"/>
                <a:gd name="connsiteX31" fmla="*/ 90311 w 1783644"/>
                <a:gd name="connsiteY31" fmla="*/ 1614311 h 1975556"/>
                <a:gd name="connsiteX32" fmla="*/ 112889 w 1783644"/>
                <a:gd name="connsiteY32" fmla="*/ 1659467 h 1975556"/>
                <a:gd name="connsiteX33" fmla="*/ 146755 w 1783644"/>
                <a:gd name="connsiteY33" fmla="*/ 1704622 h 1975556"/>
                <a:gd name="connsiteX34" fmla="*/ 180622 w 1783644"/>
                <a:gd name="connsiteY34" fmla="*/ 1715911 h 1975556"/>
                <a:gd name="connsiteX35" fmla="*/ 237066 w 1783644"/>
                <a:gd name="connsiteY35" fmla="*/ 1738489 h 1975556"/>
                <a:gd name="connsiteX36" fmla="*/ 304800 w 1783644"/>
                <a:gd name="connsiteY36" fmla="*/ 1772356 h 1975556"/>
                <a:gd name="connsiteX37" fmla="*/ 372533 w 1783644"/>
                <a:gd name="connsiteY37" fmla="*/ 1817511 h 1975556"/>
                <a:gd name="connsiteX38" fmla="*/ 496711 w 1783644"/>
                <a:gd name="connsiteY38" fmla="*/ 1873956 h 1975556"/>
                <a:gd name="connsiteX39" fmla="*/ 541866 w 1783644"/>
                <a:gd name="connsiteY39" fmla="*/ 1896533 h 1975556"/>
                <a:gd name="connsiteX40" fmla="*/ 587022 w 1783644"/>
                <a:gd name="connsiteY40" fmla="*/ 1907822 h 1975556"/>
                <a:gd name="connsiteX41" fmla="*/ 620889 w 1783644"/>
                <a:gd name="connsiteY41" fmla="*/ 1930400 h 1975556"/>
                <a:gd name="connsiteX42" fmla="*/ 699911 w 1783644"/>
                <a:gd name="connsiteY42" fmla="*/ 1941689 h 1975556"/>
                <a:gd name="connsiteX43" fmla="*/ 745066 w 1783644"/>
                <a:gd name="connsiteY43" fmla="*/ 1952978 h 1975556"/>
                <a:gd name="connsiteX44" fmla="*/ 778933 w 1783644"/>
                <a:gd name="connsiteY44" fmla="*/ 1964267 h 1975556"/>
                <a:gd name="connsiteX45" fmla="*/ 857955 w 1783644"/>
                <a:gd name="connsiteY45" fmla="*/ 1975556 h 1975556"/>
                <a:gd name="connsiteX46" fmla="*/ 1140177 w 1783644"/>
                <a:gd name="connsiteY46" fmla="*/ 1964267 h 1975556"/>
                <a:gd name="connsiteX47" fmla="*/ 1185333 w 1783644"/>
                <a:gd name="connsiteY47" fmla="*/ 1930400 h 1975556"/>
                <a:gd name="connsiteX48" fmla="*/ 1219200 w 1783644"/>
                <a:gd name="connsiteY48" fmla="*/ 1919111 h 1975556"/>
                <a:gd name="connsiteX49" fmla="*/ 1275644 w 1783644"/>
                <a:gd name="connsiteY49" fmla="*/ 1862667 h 1975556"/>
                <a:gd name="connsiteX50" fmla="*/ 1309511 w 1783644"/>
                <a:gd name="connsiteY50" fmla="*/ 1840089 h 1975556"/>
                <a:gd name="connsiteX51" fmla="*/ 1377244 w 1783644"/>
                <a:gd name="connsiteY51" fmla="*/ 1738489 h 1975556"/>
                <a:gd name="connsiteX52" fmla="*/ 1399822 w 1783644"/>
                <a:gd name="connsiteY52" fmla="*/ 1704622 h 1975556"/>
                <a:gd name="connsiteX53" fmla="*/ 1422400 w 1783644"/>
                <a:gd name="connsiteY53" fmla="*/ 1670756 h 19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83644" h="1975556">
                  <a:moveTo>
                    <a:pt x="1783644" y="496711"/>
                  </a:moveTo>
                  <a:cubicBezTo>
                    <a:pt x="1779881" y="444030"/>
                    <a:pt x="1778526" y="391121"/>
                    <a:pt x="1772355" y="338667"/>
                  </a:cubicBezTo>
                  <a:cubicBezTo>
                    <a:pt x="1770965" y="326849"/>
                    <a:pt x="1768500" y="314092"/>
                    <a:pt x="1761066" y="304800"/>
                  </a:cubicBezTo>
                  <a:cubicBezTo>
                    <a:pt x="1752591" y="294206"/>
                    <a:pt x="1738489" y="289748"/>
                    <a:pt x="1727200" y="282222"/>
                  </a:cubicBezTo>
                  <a:cubicBezTo>
                    <a:pt x="1715364" y="246716"/>
                    <a:pt x="1718285" y="238649"/>
                    <a:pt x="1682044" y="214489"/>
                  </a:cubicBezTo>
                  <a:cubicBezTo>
                    <a:pt x="1672143" y="207888"/>
                    <a:pt x="1659466" y="206963"/>
                    <a:pt x="1648177" y="203200"/>
                  </a:cubicBezTo>
                  <a:cubicBezTo>
                    <a:pt x="1640651" y="191911"/>
                    <a:pt x="1636194" y="177809"/>
                    <a:pt x="1625600" y="169333"/>
                  </a:cubicBezTo>
                  <a:cubicBezTo>
                    <a:pt x="1616308" y="161899"/>
                    <a:pt x="1603175" y="161313"/>
                    <a:pt x="1591733" y="158044"/>
                  </a:cubicBezTo>
                  <a:cubicBezTo>
                    <a:pt x="1492517" y="129698"/>
                    <a:pt x="1593904" y="162532"/>
                    <a:pt x="1512711" y="135467"/>
                  </a:cubicBezTo>
                  <a:cubicBezTo>
                    <a:pt x="1482607" y="112889"/>
                    <a:pt x="1458099" y="79632"/>
                    <a:pt x="1422400" y="67733"/>
                  </a:cubicBezTo>
                  <a:cubicBezTo>
                    <a:pt x="1316314" y="32373"/>
                    <a:pt x="1392882" y="53407"/>
                    <a:pt x="1275644" y="33867"/>
                  </a:cubicBezTo>
                  <a:cubicBezTo>
                    <a:pt x="1256718" y="30713"/>
                    <a:pt x="1237896" y="26892"/>
                    <a:pt x="1219200" y="22578"/>
                  </a:cubicBezTo>
                  <a:cubicBezTo>
                    <a:pt x="1188964" y="15600"/>
                    <a:pt x="1128889" y="0"/>
                    <a:pt x="1128889" y="0"/>
                  </a:cubicBezTo>
                  <a:cubicBezTo>
                    <a:pt x="974607" y="3763"/>
                    <a:pt x="820219" y="4437"/>
                    <a:pt x="666044" y="11289"/>
                  </a:cubicBezTo>
                  <a:cubicBezTo>
                    <a:pt x="618712" y="13393"/>
                    <a:pt x="624191" y="24882"/>
                    <a:pt x="587022" y="45156"/>
                  </a:cubicBezTo>
                  <a:cubicBezTo>
                    <a:pt x="557475" y="61273"/>
                    <a:pt x="524715" y="71642"/>
                    <a:pt x="496711" y="90311"/>
                  </a:cubicBezTo>
                  <a:cubicBezTo>
                    <a:pt x="425754" y="137615"/>
                    <a:pt x="503615" y="87731"/>
                    <a:pt x="417689" y="135467"/>
                  </a:cubicBezTo>
                  <a:cubicBezTo>
                    <a:pt x="373221" y="160171"/>
                    <a:pt x="302919" y="205082"/>
                    <a:pt x="270933" y="237067"/>
                  </a:cubicBezTo>
                  <a:cubicBezTo>
                    <a:pt x="259644" y="248356"/>
                    <a:pt x="249187" y="260543"/>
                    <a:pt x="237066" y="270933"/>
                  </a:cubicBezTo>
                  <a:cubicBezTo>
                    <a:pt x="222781" y="283177"/>
                    <a:pt x="204411" y="290738"/>
                    <a:pt x="191911" y="304800"/>
                  </a:cubicBezTo>
                  <a:cubicBezTo>
                    <a:pt x="173883" y="325081"/>
                    <a:pt x="146755" y="372533"/>
                    <a:pt x="146755" y="372533"/>
                  </a:cubicBezTo>
                  <a:cubicBezTo>
                    <a:pt x="142992" y="383822"/>
                    <a:pt x="141855" y="396361"/>
                    <a:pt x="135466" y="406400"/>
                  </a:cubicBezTo>
                  <a:cubicBezTo>
                    <a:pt x="115264" y="438147"/>
                    <a:pt x="67733" y="496711"/>
                    <a:pt x="67733" y="496711"/>
                  </a:cubicBezTo>
                  <a:cubicBezTo>
                    <a:pt x="63970" y="511763"/>
                    <a:pt x="61892" y="527340"/>
                    <a:pt x="56444" y="541867"/>
                  </a:cubicBezTo>
                  <a:cubicBezTo>
                    <a:pt x="50535" y="557624"/>
                    <a:pt x="39188" y="571057"/>
                    <a:pt x="33866" y="587022"/>
                  </a:cubicBezTo>
                  <a:cubicBezTo>
                    <a:pt x="27798" y="605225"/>
                    <a:pt x="27625" y="624955"/>
                    <a:pt x="22577" y="643467"/>
                  </a:cubicBezTo>
                  <a:cubicBezTo>
                    <a:pt x="16315" y="666427"/>
                    <a:pt x="0" y="711200"/>
                    <a:pt x="0" y="711200"/>
                  </a:cubicBezTo>
                  <a:cubicBezTo>
                    <a:pt x="3763" y="918163"/>
                    <a:pt x="4276" y="1125211"/>
                    <a:pt x="11289" y="1332089"/>
                  </a:cubicBezTo>
                  <a:cubicBezTo>
                    <a:pt x="12896" y="1379495"/>
                    <a:pt x="30566" y="1378634"/>
                    <a:pt x="45155" y="1422400"/>
                  </a:cubicBezTo>
                  <a:cubicBezTo>
                    <a:pt x="54968" y="1451838"/>
                    <a:pt x="60207" y="1482607"/>
                    <a:pt x="67733" y="1512711"/>
                  </a:cubicBezTo>
                  <a:cubicBezTo>
                    <a:pt x="71496" y="1527763"/>
                    <a:pt x="75979" y="1542653"/>
                    <a:pt x="79022" y="1557867"/>
                  </a:cubicBezTo>
                  <a:cubicBezTo>
                    <a:pt x="82785" y="1576682"/>
                    <a:pt x="84243" y="1596108"/>
                    <a:pt x="90311" y="1614311"/>
                  </a:cubicBezTo>
                  <a:cubicBezTo>
                    <a:pt x="95633" y="1630276"/>
                    <a:pt x="103970" y="1645196"/>
                    <a:pt x="112889" y="1659467"/>
                  </a:cubicBezTo>
                  <a:cubicBezTo>
                    <a:pt x="122861" y="1675422"/>
                    <a:pt x="132301" y="1692577"/>
                    <a:pt x="146755" y="1704622"/>
                  </a:cubicBezTo>
                  <a:cubicBezTo>
                    <a:pt x="155897" y="1712240"/>
                    <a:pt x="169480" y="1711733"/>
                    <a:pt x="180622" y="1715911"/>
                  </a:cubicBezTo>
                  <a:cubicBezTo>
                    <a:pt x="199596" y="1723026"/>
                    <a:pt x="218941" y="1729427"/>
                    <a:pt x="237066" y="1738489"/>
                  </a:cubicBezTo>
                  <a:cubicBezTo>
                    <a:pt x="324599" y="1782256"/>
                    <a:pt x="219677" y="1743982"/>
                    <a:pt x="304800" y="1772356"/>
                  </a:cubicBezTo>
                  <a:cubicBezTo>
                    <a:pt x="379959" y="1847515"/>
                    <a:pt x="299014" y="1776666"/>
                    <a:pt x="372533" y="1817511"/>
                  </a:cubicBezTo>
                  <a:cubicBezTo>
                    <a:pt x="482387" y="1878542"/>
                    <a:pt x="395162" y="1853646"/>
                    <a:pt x="496711" y="1873956"/>
                  </a:cubicBezTo>
                  <a:cubicBezTo>
                    <a:pt x="511763" y="1881482"/>
                    <a:pt x="526109" y="1890624"/>
                    <a:pt x="541866" y="1896533"/>
                  </a:cubicBezTo>
                  <a:cubicBezTo>
                    <a:pt x="556393" y="1901981"/>
                    <a:pt x="572761" y="1901710"/>
                    <a:pt x="587022" y="1907822"/>
                  </a:cubicBezTo>
                  <a:cubicBezTo>
                    <a:pt x="599493" y="1913167"/>
                    <a:pt x="607894" y="1926501"/>
                    <a:pt x="620889" y="1930400"/>
                  </a:cubicBezTo>
                  <a:cubicBezTo>
                    <a:pt x="646375" y="1938046"/>
                    <a:pt x="673732" y="1936929"/>
                    <a:pt x="699911" y="1941689"/>
                  </a:cubicBezTo>
                  <a:cubicBezTo>
                    <a:pt x="715176" y="1944464"/>
                    <a:pt x="730148" y="1948716"/>
                    <a:pt x="745066" y="1952978"/>
                  </a:cubicBezTo>
                  <a:cubicBezTo>
                    <a:pt x="756508" y="1956247"/>
                    <a:pt x="767264" y="1961933"/>
                    <a:pt x="778933" y="1964267"/>
                  </a:cubicBezTo>
                  <a:cubicBezTo>
                    <a:pt x="805024" y="1969485"/>
                    <a:pt x="831614" y="1971793"/>
                    <a:pt x="857955" y="1975556"/>
                  </a:cubicBezTo>
                  <a:cubicBezTo>
                    <a:pt x="952029" y="1971793"/>
                    <a:pt x="1046911" y="1977131"/>
                    <a:pt x="1140177" y="1964267"/>
                  </a:cubicBezTo>
                  <a:cubicBezTo>
                    <a:pt x="1158816" y="1961696"/>
                    <a:pt x="1168997" y="1939735"/>
                    <a:pt x="1185333" y="1930400"/>
                  </a:cubicBezTo>
                  <a:cubicBezTo>
                    <a:pt x="1195665" y="1924496"/>
                    <a:pt x="1207911" y="1922874"/>
                    <a:pt x="1219200" y="1919111"/>
                  </a:cubicBezTo>
                  <a:cubicBezTo>
                    <a:pt x="1309513" y="1858900"/>
                    <a:pt x="1200381" y="1937928"/>
                    <a:pt x="1275644" y="1862667"/>
                  </a:cubicBezTo>
                  <a:cubicBezTo>
                    <a:pt x="1285238" y="1853073"/>
                    <a:pt x="1298222" y="1847615"/>
                    <a:pt x="1309511" y="1840089"/>
                  </a:cubicBezTo>
                  <a:lnTo>
                    <a:pt x="1377244" y="1738489"/>
                  </a:lnTo>
                  <a:lnTo>
                    <a:pt x="1399822" y="1704622"/>
                  </a:lnTo>
                  <a:lnTo>
                    <a:pt x="1422400" y="1670756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3596894" y="3192200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709614" y="3332246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/>
            <p:cNvSpPr/>
            <p:nvPr/>
          </p:nvSpPr>
          <p:spPr>
            <a:xfrm>
              <a:off x="3876789" y="2886946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/>
            <p:cNvSpPr/>
            <p:nvPr/>
          </p:nvSpPr>
          <p:spPr>
            <a:xfrm>
              <a:off x="5655349" y="3368953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3528" y="1468591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21377" y="150835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7142021" y="4531979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8242373" y="563046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112618" y="84852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/>
            <p:cNvSpPr/>
            <p:nvPr/>
          </p:nvSpPr>
          <p:spPr>
            <a:xfrm>
              <a:off x="583183" y="1255950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/>
            <p:cNvSpPr/>
            <p:nvPr/>
          </p:nvSpPr>
          <p:spPr>
            <a:xfrm>
              <a:off x="3193343" y="3876011"/>
              <a:ext cx="128919" cy="948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1033">
            <a:off x="7847139" y="4053425"/>
            <a:ext cx="1815456" cy="26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제목 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학교급식지원센터의 업무</a:t>
            </a:r>
            <a:endParaRPr lang="ko-KR" altLang="en-US" dirty="0"/>
          </a:p>
        </p:txBody>
      </p:sp>
      <p:graphicFrame>
        <p:nvGraphicFramePr>
          <p:cNvPr id="69" name="내용 개체 틀 68"/>
          <p:cNvGraphicFramePr>
            <a:graphicFrameLocks noGrp="1"/>
          </p:cNvGraphicFramePr>
          <p:nvPr>
            <p:ph idx="1"/>
          </p:nvPr>
        </p:nvGraphicFramePr>
        <p:xfrm>
          <a:off x="539552" y="1556792"/>
          <a:ext cx="764319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6244023"/>
      </p:ext>
    </p:extLst>
  </p:cSld>
  <p:clrMapOvr>
    <a:masterClrMapping/>
  </p:clrMapOvr>
  <p:transition spd="slow">
    <p:sndAc>
      <p:stSnd>
        <p:snd r:embed="rId2" name="las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4"/>
          <p:cNvGrpSpPr/>
          <p:nvPr/>
        </p:nvGrpSpPr>
        <p:grpSpPr>
          <a:xfrm>
            <a:off x="7664309" y="591071"/>
            <a:ext cx="841842" cy="5790256"/>
            <a:chOff x="7664309" y="591071"/>
            <a:chExt cx="841842" cy="5790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직사각형 14"/>
            <p:cNvSpPr/>
            <p:nvPr/>
          </p:nvSpPr>
          <p:spPr>
            <a:xfrm>
              <a:off x="7664309" y="591071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460432" y="591072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687168" y="86431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10028" y="134076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673100" y="177281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704348" y="2199269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678377" y="2685052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1237" y="3161507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664309" y="359355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695557" y="402000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682412" y="4509120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7705272" y="498557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7668344" y="541762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699592" y="584407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7692225" y="6065695"/>
            <a:ext cx="79612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3"/>
          <p:cNvGrpSpPr/>
          <p:nvPr/>
        </p:nvGrpSpPr>
        <p:grpSpPr>
          <a:xfrm rot="10800000">
            <a:off x="-1200" y="5301208"/>
            <a:ext cx="9145200" cy="2525395"/>
            <a:chOff x="21624" y="-1020333"/>
            <a:chExt cx="9145200" cy="290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현 104"/>
            <p:cNvSpPr/>
            <p:nvPr/>
          </p:nvSpPr>
          <p:spPr>
            <a:xfrm rot="17570924">
              <a:off x="984089" y="-106925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현 105"/>
            <p:cNvSpPr/>
            <p:nvPr/>
          </p:nvSpPr>
          <p:spPr>
            <a:xfrm rot="17570924">
              <a:off x="1591239" y="-58815"/>
              <a:ext cx="1998646" cy="18813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현 106"/>
            <p:cNvSpPr/>
            <p:nvPr/>
          </p:nvSpPr>
          <p:spPr>
            <a:xfrm rot="17570924">
              <a:off x="994789" y="-689763"/>
              <a:ext cx="2870962" cy="2209822"/>
            </a:xfrm>
            <a:prstGeom prst="chord">
              <a:avLst>
                <a:gd name="adj1" fmla="val 2820306"/>
                <a:gd name="adj2" fmla="val 16183153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현 107"/>
            <p:cNvSpPr/>
            <p:nvPr/>
          </p:nvSpPr>
          <p:spPr>
            <a:xfrm rot="17477302">
              <a:off x="8053751" y="-121074"/>
              <a:ext cx="1177023" cy="99519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현 108"/>
            <p:cNvSpPr/>
            <p:nvPr/>
          </p:nvSpPr>
          <p:spPr>
            <a:xfrm rot="17477302">
              <a:off x="6905461" y="-175215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현 109"/>
            <p:cNvSpPr/>
            <p:nvPr/>
          </p:nvSpPr>
          <p:spPr>
            <a:xfrm rot="17570924">
              <a:off x="386731" y="-405073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현 110"/>
            <p:cNvSpPr/>
            <p:nvPr/>
          </p:nvSpPr>
          <p:spPr>
            <a:xfrm rot="17570924">
              <a:off x="5700394" y="-373228"/>
              <a:ext cx="1603362" cy="116204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현 111"/>
            <p:cNvSpPr/>
            <p:nvPr/>
          </p:nvSpPr>
          <p:spPr>
            <a:xfrm rot="17570924">
              <a:off x="4705814" y="-202267"/>
              <a:ext cx="1603362" cy="1347694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현 112"/>
            <p:cNvSpPr/>
            <p:nvPr/>
          </p:nvSpPr>
          <p:spPr>
            <a:xfrm rot="17570924">
              <a:off x="3495499" y="-21467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현 113"/>
            <p:cNvSpPr/>
            <p:nvPr/>
          </p:nvSpPr>
          <p:spPr>
            <a:xfrm rot="17570924">
              <a:off x="3225630" y="-42351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현 114"/>
            <p:cNvSpPr/>
            <p:nvPr/>
          </p:nvSpPr>
          <p:spPr>
            <a:xfrm rot="18422784">
              <a:off x="-43731" y="-586540"/>
              <a:ext cx="1282837" cy="1152128"/>
            </a:xfrm>
            <a:prstGeom prst="chord">
              <a:avLst>
                <a:gd name="adj1" fmla="val 3190750"/>
                <a:gd name="adj2" fmla="val 138953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현 115"/>
            <p:cNvSpPr/>
            <p:nvPr/>
          </p:nvSpPr>
          <p:spPr>
            <a:xfrm rot="17570924">
              <a:off x="700662" y="-420646"/>
              <a:ext cx="1580719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현 116"/>
            <p:cNvSpPr/>
            <p:nvPr/>
          </p:nvSpPr>
          <p:spPr>
            <a:xfrm rot="17477302">
              <a:off x="4581293" y="-557082"/>
              <a:ext cx="1574500" cy="155357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현 117"/>
            <p:cNvSpPr/>
            <p:nvPr/>
          </p:nvSpPr>
          <p:spPr>
            <a:xfrm rot="17477302">
              <a:off x="5722810" y="-435699"/>
              <a:ext cx="1298781" cy="118886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 rot="16877273">
              <a:off x="7387661" y="-470518"/>
              <a:ext cx="1244591" cy="1043893"/>
            </a:xfrm>
            <a:prstGeom prst="chord">
              <a:avLst>
                <a:gd name="adj1" fmla="val 4457101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현 119"/>
            <p:cNvSpPr/>
            <p:nvPr/>
          </p:nvSpPr>
          <p:spPr>
            <a:xfrm rot="17477302">
              <a:off x="6806895" y="-278607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현 120"/>
            <p:cNvSpPr/>
            <p:nvPr/>
          </p:nvSpPr>
          <p:spPr>
            <a:xfrm rot="16877273">
              <a:off x="7821414" y="-479211"/>
              <a:ext cx="1646928" cy="1043893"/>
            </a:xfrm>
            <a:prstGeom prst="chord">
              <a:avLst>
                <a:gd name="adj1" fmla="val 4457101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타원 91"/>
          <p:cNvSpPr/>
          <p:nvPr/>
        </p:nvSpPr>
        <p:spPr>
          <a:xfrm>
            <a:off x="4427097" y="4065727"/>
            <a:ext cx="296265" cy="307905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15"/>
          <p:cNvGrpSpPr/>
          <p:nvPr/>
        </p:nvGrpSpPr>
        <p:grpSpPr>
          <a:xfrm>
            <a:off x="0" y="836712"/>
            <a:ext cx="8996889" cy="5532799"/>
            <a:chOff x="112618" y="848528"/>
            <a:chExt cx="8996889" cy="5532799"/>
          </a:xfrm>
        </p:grpSpPr>
        <p:sp>
          <p:nvSpPr>
            <p:cNvPr id="89" name="타원 88"/>
            <p:cNvSpPr/>
            <p:nvPr/>
          </p:nvSpPr>
          <p:spPr>
            <a:xfrm>
              <a:off x="1971077" y="2332481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>
            <a:xfrm>
              <a:off x="1883545" y="3098632"/>
              <a:ext cx="579654" cy="540642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5044658" y="315278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31435" y="523260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475853" y="5045633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4457270" y="1823748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1634740" y="283457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668530" y="2207113"/>
              <a:ext cx="375632" cy="358561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00"/>
            <p:cNvSpPr/>
            <p:nvPr/>
          </p:nvSpPr>
          <p:spPr>
            <a:xfrm rot="11445430">
              <a:off x="5636618" y="4021134"/>
              <a:ext cx="671177" cy="634746"/>
            </a:xfrm>
            <a:custGeom>
              <a:avLst/>
              <a:gdLst>
                <a:gd name="connsiteX0" fmla="*/ 1783644 w 1783644"/>
                <a:gd name="connsiteY0" fmla="*/ 496711 h 1975556"/>
                <a:gd name="connsiteX1" fmla="*/ 1772355 w 1783644"/>
                <a:gd name="connsiteY1" fmla="*/ 338667 h 1975556"/>
                <a:gd name="connsiteX2" fmla="*/ 1761066 w 1783644"/>
                <a:gd name="connsiteY2" fmla="*/ 304800 h 1975556"/>
                <a:gd name="connsiteX3" fmla="*/ 1727200 w 1783644"/>
                <a:gd name="connsiteY3" fmla="*/ 282222 h 1975556"/>
                <a:gd name="connsiteX4" fmla="*/ 1682044 w 1783644"/>
                <a:gd name="connsiteY4" fmla="*/ 214489 h 1975556"/>
                <a:gd name="connsiteX5" fmla="*/ 1648177 w 1783644"/>
                <a:gd name="connsiteY5" fmla="*/ 203200 h 1975556"/>
                <a:gd name="connsiteX6" fmla="*/ 1625600 w 1783644"/>
                <a:gd name="connsiteY6" fmla="*/ 169333 h 1975556"/>
                <a:gd name="connsiteX7" fmla="*/ 1591733 w 1783644"/>
                <a:gd name="connsiteY7" fmla="*/ 158044 h 1975556"/>
                <a:gd name="connsiteX8" fmla="*/ 1512711 w 1783644"/>
                <a:gd name="connsiteY8" fmla="*/ 135467 h 1975556"/>
                <a:gd name="connsiteX9" fmla="*/ 1422400 w 1783644"/>
                <a:gd name="connsiteY9" fmla="*/ 67733 h 1975556"/>
                <a:gd name="connsiteX10" fmla="*/ 1275644 w 1783644"/>
                <a:gd name="connsiteY10" fmla="*/ 33867 h 1975556"/>
                <a:gd name="connsiteX11" fmla="*/ 1219200 w 1783644"/>
                <a:gd name="connsiteY11" fmla="*/ 22578 h 1975556"/>
                <a:gd name="connsiteX12" fmla="*/ 1128889 w 1783644"/>
                <a:gd name="connsiteY12" fmla="*/ 0 h 1975556"/>
                <a:gd name="connsiteX13" fmla="*/ 666044 w 1783644"/>
                <a:gd name="connsiteY13" fmla="*/ 11289 h 1975556"/>
                <a:gd name="connsiteX14" fmla="*/ 587022 w 1783644"/>
                <a:gd name="connsiteY14" fmla="*/ 45156 h 1975556"/>
                <a:gd name="connsiteX15" fmla="*/ 496711 w 1783644"/>
                <a:gd name="connsiteY15" fmla="*/ 90311 h 1975556"/>
                <a:gd name="connsiteX16" fmla="*/ 417689 w 1783644"/>
                <a:gd name="connsiteY16" fmla="*/ 135467 h 1975556"/>
                <a:gd name="connsiteX17" fmla="*/ 270933 w 1783644"/>
                <a:gd name="connsiteY17" fmla="*/ 237067 h 1975556"/>
                <a:gd name="connsiteX18" fmla="*/ 237066 w 1783644"/>
                <a:gd name="connsiteY18" fmla="*/ 270933 h 1975556"/>
                <a:gd name="connsiteX19" fmla="*/ 191911 w 1783644"/>
                <a:gd name="connsiteY19" fmla="*/ 304800 h 1975556"/>
                <a:gd name="connsiteX20" fmla="*/ 146755 w 1783644"/>
                <a:gd name="connsiteY20" fmla="*/ 372533 h 1975556"/>
                <a:gd name="connsiteX21" fmla="*/ 135466 w 1783644"/>
                <a:gd name="connsiteY21" fmla="*/ 406400 h 1975556"/>
                <a:gd name="connsiteX22" fmla="*/ 67733 w 1783644"/>
                <a:gd name="connsiteY22" fmla="*/ 496711 h 1975556"/>
                <a:gd name="connsiteX23" fmla="*/ 56444 w 1783644"/>
                <a:gd name="connsiteY23" fmla="*/ 541867 h 1975556"/>
                <a:gd name="connsiteX24" fmla="*/ 33866 w 1783644"/>
                <a:gd name="connsiteY24" fmla="*/ 587022 h 1975556"/>
                <a:gd name="connsiteX25" fmla="*/ 22577 w 1783644"/>
                <a:gd name="connsiteY25" fmla="*/ 643467 h 1975556"/>
                <a:gd name="connsiteX26" fmla="*/ 0 w 1783644"/>
                <a:gd name="connsiteY26" fmla="*/ 711200 h 1975556"/>
                <a:gd name="connsiteX27" fmla="*/ 11289 w 1783644"/>
                <a:gd name="connsiteY27" fmla="*/ 1332089 h 1975556"/>
                <a:gd name="connsiteX28" fmla="*/ 45155 w 1783644"/>
                <a:gd name="connsiteY28" fmla="*/ 1422400 h 1975556"/>
                <a:gd name="connsiteX29" fmla="*/ 67733 w 1783644"/>
                <a:gd name="connsiteY29" fmla="*/ 1512711 h 1975556"/>
                <a:gd name="connsiteX30" fmla="*/ 79022 w 1783644"/>
                <a:gd name="connsiteY30" fmla="*/ 1557867 h 1975556"/>
                <a:gd name="connsiteX31" fmla="*/ 90311 w 1783644"/>
                <a:gd name="connsiteY31" fmla="*/ 1614311 h 1975556"/>
                <a:gd name="connsiteX32" fmla="*/ 112889 w 1783644"/>
                <a:gd name="connsiteY32" fmla="*/ 1659467 h 1975556"/>
                <a:gd name="connsiteX33" fmla="*/ 146755 w 1783644"/>
                <a:gd name="connsiteY33" fmla="*/ 1704622 h 1975556"/>
                <a:gd name="connsiteX34" fmla="*/ 180622 w 1783644"/>
                <a:gd name="connsiteY34" fmla="*/ 1715911 h 1975556"/>
                <a:gd name="connsiteX35" fmla="*/ 237066 w 1783644"/>
                <a:gd name="connsiteY35" fmla="*/ 1738489 h 1975556"/>
                <a:gd name="connsiteX36" fmla="*/ 304800 w 1783644"/>
                <a:gd name="connsiteY36" fmla="*/ 1772356 h 1975556"/>
                <a:gd name="connsiteX37" fmla="*/ 372533 w 1783644"/>
                <a:gd name="connsiteY37" fmla="*/ 1817511 h 1975556"/>
                <a:gd name="connsiteX38" fmla="*/ 496711 w 1783644"/>
                <a:gd name="connsiteY38" fmla="*/ 1873956 h 1975556"/>
                <a:gd name="connsiteX39" fmla="*/ 541866 w 1783644"/>
                <a:gd name="connsiteY39" fmla="*/ 1896533 h 1975556"/>
                <a:gd name="connsiteX40" fmla="*/ 587022 w 1783644"/>
                <a:gd name="connsiteY40" fmla="*/ 1907822 h 1975556"/>
                <a:gd name="connsiteX41" fmla="*/ 620889 w 1783644"/>
                <a:gd name="connsiteY41" fmla="*/ 1930400 h 1975556"/>
                <a:gd name="connsiteX42" fmla="*/ 699911 w 1783644"/>
                <a:gd name="connsiteY42" fmla="*/ 1941689 h 1975556"/>
                <a:gd name="connsiteX43" fmla="*/ 745066 w 1783644"/>
                <a:gd name="connsiteY43" fmla="*/ 1952978 h 1975556"/>
                <a:gd name="connsiteX44" fmla="*/ 778933 w 1783644"/>
                <a:gd name="connsiteY44" fmla="*/ 1964267 h 1975556"/>
                <a:gd name="connsiteX45" fmla="*/ 857955 w 1783644"/>
                <a:gd name="connsiteY45" fmla="*/ 1975556 h 1975556"/>
                <a:gd name="connsiteX46" fmla="*/ 1140177 w 1783644"/>
                <a:gd name="connsiteY46" fmla="*/ 1964267 h 1975556"/>
                <a:gd name="connsiteX47" fmla="*/ 1185333 w 1783644"/>
                <a:gd name="connsiteY47" fmla="*/ 1930400 h 1975556"/>
                <a:gd name="connsiteX48" fmla="*/ 1219200 w 1783644"/>
                <a:gd name="connsiteY48" fmla="*/ 1919111 h 1975556"/>
                <a:gd name="connsiteX49" fmla="*/ 1275644 w 1783644"/>
                <a:gd name="connsiteY49" fmla="*/ 1862667 h 1975556"/>
                <a:gd name="connsiteX50" fmla="*/ 1309511 w 1783644"/>
                <a:gd name="connsiteY50" fmla="*/ 1840089 h 1975556"/>
                <a:gd name="connsiteX51" fmla="*/ 1377244 w 1783644"/>
                <a:gd name="connsiteY51" fmla="*/ 1738489 h 1975556"/>
                <a:gd name="connsiteX52" fmla="*/ 1399822 w 1783644"/>
                <a:gd name="connsiteY52" fmla="*/ 1704622 h 1975556"/>
                <a:gd name="connsiteX53" fmla="*/ 1422400 w 1783644"/>
                <a:gd name="connsiteY53" fmla="*/ 1670756 h 19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83644" h="1975556">
                  <a:moveTo>
                    <a:pt x="1783644" y="496711"/>
                  </a:moveTo>
                  <a:cubicBezTo>
                    <a:pt x="1779881" y="444030"/>
                    <a:pt x="1778526" y="391121"/>
                    <a:pt x="1772355" y="338667"/>
                  </a:cubicBezTo>
                  <a:cubicBezTo>
                    <a:pt x="1770965" y="326849"/>
                    <a:pt x="1768500" y="314092"/>
                    <a:pt x="1761066" y="304800"/>
                  </a:cubicBezTo>
                  <a:cubicBezTo>
                    <a:pt x="1752591" y="294206"/>
                    <a:pt x="1738489" y="289748"/>
                    <a:pt x="1727200" y="282222"/>
                  </a:cubicBezTo>
                  <a:cubicBezTo>
                    <a:pt x="1715364" y="246716"/>
                    <a:pt x="1718285" y="238649"/>
                    <a:pt x="1682044" y="214489"/>
                  </a:cubicBezTo>
                  <a:cubicBezTo>
                    <a:pt x="1672143" y="207888"/>
                    <a:pt x="1659466" y="206963"/>
                    <a:pt x="1648177" y="203200"/>
                  </a:cubicBezTo>
                  <a:cubicBezTo>
                    <a:pt x="1640651" y="191911"/>
                    <a:pt x="1636194" y="177809"/>
                    <a:pt x="1625600" y="169333"/>
                  </a:cubicBezTo>
                  <a:cubicBezTo>
                    <a:pt x="1616308" y="161899"/>
                    <a:pt x="1603175" y="161313"/>
                    <a:pt x="1591733" y="158044"/>
                  </a:cubicBezTo>
                  <a:cubicBezTo>
                    <a:pt x="1492517" y="129698"/>
                    <a:pt x="1593904" y="162532"/>
                    <a:pt x="1512711" y="135467"/>
                  </a:cubicBezTo>
                  <a:cubicBezTo>
                    <a:pt x="1482607" y="112889"/>
                    <a:pt x="1458099" y="79632"/>
                    <a:pt x="1422400" y="67733"/>
                  </a:cubicBezTo>
                  <a:cubicBezTo>
                    <a:pt x="1316314" y="32373"/>
                    <a:pt x="1392882" y="53407"/>
                    <a:pt x="1275644" y="33867"/>
                  </a:cubicBezTo>
                  <a:cubicBezTo>
                    <a:pt x="1256718" y="30713"/>
                    <a:pt x="1237896" y="26892"/>
                    <a:pt x="1219200" y="22578"/>
                  </a:cubicBezTo>
                  <a:cubicBezTo>
                    <a:pt x="1188964" y="15600"/>
                    <a:pt x="1128889" y="0"/>
                    <a:pt x="1128889" y="0"/>
                  </a:cubicBezTo>
                  <a:cubicBezTo>
                    <a:pt x="974607" y="3763"/>
                    <a:pt x="820219" y="4437"/>
                    <a:pt x="666044" y="11289"/>
                  </a:cubicBezTo>
                  <a:cubicBezTo>
                    <a:pt x="618712" y="13393"/>
                    <a:pt x="624191" y="24882"/>
                    <a:pt x="587022" y="45156"/>
                  </a:cubicBezTo>
                  <a:cubicBezTo>
                    <a:pt x="557475" y="61273"/>
                    <a:pt x="524715" y="71642"/>
                    <a:pt x="496711" y="90311"/>
                  </a:cubicBezTo>
                  <a:cubicBezTo>
                    <a:pt x="425754" y="137615"/>
                    <a:pt x="503615" y="87731"/>
                    <a:pt x="417689" y="135467"/>
                  </a:cubicBezTo>
                  <a:cubicBezTo>
                    <a:pt x="373221" y="160171"/>
                    <a:pt x="302919" y="205082"/>
                    <a:pt x="270933" y="237067"/>
                  </a:cubicBezTo>
                  <a:cubicBezTo>
                    <a:pt x="259644" y="248356"/>
                    <a:pt x="249187" y="260543"/>
                    <a:pt x="237066" y="270933"/>
                  </a:cubicBezTo>
                  <a:cubicBezTo>
                    <a:pt x="222781" y="283177"/>
                    <a:pt x="204411" y="290738"/>
                    <a:pt x="191911" y="304800"/>
                  </a:cubicBezTo>
                  <a:cubicBezTo>
                    <a:pt x="173883" y="325081"/>
                    <a:pt x="146755" y="372533"/>
                    <a:pt x="146755" y="372533"/>
                  </a:cubicBezTo>
                  <a:cubicBezTo>
                    <a:pt x="142992" y="383822"/>
                    <a:pt x="141855" y="396361"/>
                    <a:pt x="135466" y="406400"/>
                  </a:cubicBezTo>
                  <a:cubicBezTo>
                    <a:pt x="115264" y="438147"/>
                    <a:pt x="67733" y="496711"/>
                    <a:pt x="67733" y="496711"/>
                  </a:cubicBezTo>
                  <a:cubicBezTo>
                    <a:pt x="63970" y="511763"/>
                    <a:pt x="61892" y="527340"/>
                    <a:pt x="56444" y="541867"/>
                  </a:cubicBezTo>
                  <a:cubicBezTo>
                    <a:pt x="50535" y="557624"/>
                    <a:pt x="39188" y="571057"/>
                    <a:pt x="33866" y="587022"/>
                  </a:cubicBezTo>
                  <a:cubicBezTo>
                    <a:pt x="27798" y="605225"/>
                    <a:pt x="27625" y="624955"/>
                    <a:pt x="22577" y="643467"/>
                  </a:cubicBezTo>
                  <a:cubicBezTo>
                    <a:pt x="16315" y="666427"/>
                    <a:pt x="0" y="711200"/>
                    <a:pt x="0" y="711200"/>
                  </a:cubicBezTo>
                  <a:cubicBezTo>
                    <a:pt x="3763" y="918163"/>
                    <a:pt x="4276" y="1125211"/>
                    <a:pt x="11289" y="1332089"/>
                  </a:cubicBezTo>
                  <a:cubicBezTo>
                    <a:pt x="12896" y="1379495"/>
                    <a:pt x="30566" y="1378634"/>
                    <a:pt x="45155" y="1422400"/>
                  </a:cubicBezTo>
                  <a:cubicBezTo>
                    <a:pt x="54968" y="1451838"/>
                    <a:pt x="60207" y="1482607"/>
                    <a:pt x="67733" y="1512711"/>
                  </a:cubicBezTo>
                  <a:cubicBezTo>
                    <a:pt x="71496" y="1527763"/>
                    <a:pt x="75979" y="1542653"/>
                    <a:pt x="79022" y="1557867"/>
                  </a:cubicBezTo>
                  <a:cubicBezTo>
                    <a:pt x="82785" y="1576682"/>
                    <a:pt x="84243" y="1596108"/>
                    <a:pt x="90311" y="1614311"/>
                  </a:cubicBezTo>
                  <a:cubicBezTo>
                    <a:pt x="95633" y="1630276"/>
                    <a:pt x="103970" y="1645196"/>
                    <a:pt x="112889" y="1659467"/>
                  </a:cubicBezTo>
                  <a:cubicBezTo>
                    <a:pt x="122861" y="1675422"/>
                    <a:pt x="132301" y="1692577"/>
                    <a:pt x="146755" y="1704622"/>
                  </a:cubicBezTo>
                  <a:cubicBezTo>
                    <a:pt x="155897" y="1712240"/>
                    <a:pt x="169480" y="1711733"/>
                    <a:pt x="180622" y="1715911"/>
                  </a:cubicBezTo>
                  <a:cubicBezTo>
                    <a:pt x="199596" y="1723026"/>
                    <a:pt x="218941" y="1729427"/>
                    <a:pt x="237066" y="1738489"/>
                  </a:cubicBezTo>
                  <a:cubicBezTo>
                    <a:pt x="324599" y="1782256"/>
                    <a:pt x="219677" y="1743982"/>
                    <a:pt x="304800" y="1772356"/>
                  </a:cubicBezTo>
                  <a:cubicBezTo>
                    <a:pt x="379959" y="1847515"/>
                    <a:pt x="299014" y="1776666"/>
                    <a:pt x="372533" y="1817511"/>
                  </a:cubicBezTo>
                  <a:cubicBezTo>
                    <a:pt x="482387" y="1878542"/>
                    <a:pt x="395162" y="1853646"/>
                    <a:pt x="496711" y="1873956"/>
                  </a:cubicBezTo>
                  <a:cubicBezTo>
                    <a:pt x="511763" y="1881482"/>
                    <a:pt x="526109" y="1890624"/>
                    <a:pt x="541866" y="1896533"/>
                  </a:cubicBezTo>
                  <a:cubicBezTo>
                    <a:pt x="556393" y="1901981"/>
                    <a:pt x="572761" y="1901710"/>
                    <a:pt x="587022" y="1907822"/>
                  </a:cubicBezTo>
                  <a:cubicBezTo>
                    <a:pt x="599493" y="1913167"/>
                    <a:pt x="607894" y="1926501"/>
                    <a:pt x="620889" y="1930400"/>
                  </a:cubicBezTo>
                  <a:cubicBezTo>
                    <a:pt x="646375" y="1938046"/>
                    <a:pt x="673732" y="1936929"/>
                    <a:pt x="699911" y="1941689"/>
                  </a:cubicBezTo>
                  <a:cubicBezTo>
                    <a:pt x="715176" y="1944464"/>
                    <a:pt x="730148" y="1948716"/>
                    <a:pt x="745066" y="1952978"/>
                  </a:cubicBezTo>
                  <a:cubicBezTo>
                    <a:pt x="756508" y="1956247"/>
                    <a:pt x="767264" y="1961933"/>
                    <a:pt x="778933" y="1964267"/>
                  </a:cubicBezTo>
                  <a:cubicBezTo>
                    <a:pt x="805024" y="1969485"/>
                    <a:pt x="831614" y="1971793"/>
                    <a:pt x="857955" y="1975556"/>
                  </a:cubicBezTo>
                  <a:cubicBezTo>
                    <a:pt x="952029" y="1971793"/>
                    <a:pt x="1046911" y="1977131"/>
                    <a:pt x="1140177" y="1964267"/>
                  </a:cubicBezTo>
                  <a:cubicBezTo>
                    <a:pt x="1158816" y="1961696"/>
                    <a:pt x="1168997" y="1939735"/>
                    <a:pt x="1185333" y="1930400"/>
                  </a:cubicBezTo>
                  <a:cubicBezTo>
                    <a:pt x="1195665" y="1924496"/>
                    <a:pt x="1207911" y="1922874"/>
                    <a:pt x="1219200" y="1919111"/>
                  </a:cubicBezTo>
                  <a:cubicBezTo>
                    <a:pt x="1309513" y="1858900"/>
                    <a:pt x="1200381" y="1937928"/>
                    <a:pt x="1275644" y="1862667"/>
                  </a:cubicBezTo>
                  <a:cubicBezTo>
                    <a:pt x="1285238" y="1853073"/>
                    <a:pt x="1298222" y="1847615"/>
                    <a:pt x="1309511" y="1840089"/>
                  </a:cubicBezTo>
                  <a:lnTo>
                    <a:pt x="1377244" y="1738489"/>
                  </a:lnTo>
                  <a:lnTo>
                    <a:pt x="1399822" y="1704622"/>
                  </a:lnTo>
                  <a:lnTo>
                    <a:pt x="1422400" y="1670756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3596894" y="3192200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709614" y="3332246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/>
            <p:cNvSpPr/>
            <p:nvPr/>
          </p:nvSpPr>
          <p:spPr>
            <a:xfrm>
              <a:off x="3876789" y="2886946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/>
            <p:cNvSpPr/>
            <p:nvPr/>
          </p:nvSpPr>
          <p:spPr>
            <a:xfrm>
              <a:off x="5655349" y="3368953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3528" y="1468591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21377" y="150835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7142021" y="4531979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8242373" y="563046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112618" y="84852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/>
            <p:cNvSpPr/>
            <p:nvPr/>
          </p:nvSpPr>
          <p:spPr>
            <a:xfrm>
              <a:off x="583183" y="1255950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/>
            <p:cNvSpPr/>
            <p:nvPr/>
          </p:nvSpPr>
          <p:spPr>
            <a:xfrm>
              <a:off x="3193343" y="3876011"/>
              <a:ext cx="128919" cy="948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1033">
            <a:off x="7847139" y="4053425"/>
            <a:ext cx="1815456" cy="269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제목 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학교급식지원센터의 업무</a:t>
            </a:r>
            <a:endParaRPr lang="ko-KR" altLang="en-US" dirty="0"/>
          </a:p>
        </p:txBody>
      </p:sp>
      <p:graphicFrame>
        <p:nvGraphicFramePr>
          <p:cNvPr id="69" name="내용 개체 틀 68"/>
          <p:cNvGraphicFramePr>
            <a:graphicFrameLocks noGrp="1"/>
          </p:cNvGraphicFramePr>
          <p:nvPr>
            <p:ph idx="1"/>
          </p:nvPr>
        </p:nvGraphicFramePr>
        <p:xfrm>
          <a:off x="539552" y="1556792"/>
          <a:ext cx="7632848" cy="44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6244023"/>
      </p:ext>
    </p:extLst>
  </p:cSld>
  <p:clrMapOvr>
    <a:masterClrMapping/>
  </p:clrMapOvr>
  <p:transition spd="slow">
    <p:sndAc>
      <p:stSnd>
        <p:snd r:embed="rId2" name="las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4"/>
          <p:cNvGrpSpPr/>
          <p:nvPr/>
        </p:nvGrpSpPr>
        <p:grpSpPr>
          <a:xfrm>
            <a:off x="7664309" y="591071"/>
            <a:ext cx="841842" cy="5790256"/>
            <a:chOff x="7664309" y="591071"/>
            <a:chExt cx="841842" cy="57902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직사각형 14"/>
            <p:cNvSpPr/>
            <p:nvPr/>
          </p:nvSpPr>
          <p:spPr>
            <a:xfrm>
              <a:off x="7664309" y="591071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460432" y="591072"/>
              <a:ext cx="45719" cy="57902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687168" y="86431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10028" y="134076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673100" y="177281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704348" y="2199269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678377" y="2685052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1237" y="3161507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7664309" y="359355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7695557" y="4020008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682412" y="4509120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7705272" y="4985575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7668344" y="5417623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699592" y="5844076"/>
              <a:ext cx="796123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/>
          <p:cNvSpPr/>
          <p:nvPr/>
        </p:nvSpPr>
        <p:spPr>
          <a:xfrm>
            <a:off x="7692225" y="6065695"/>
            <a:ext cx="796123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103"/>
          <p:cNvGrpSpPr/>
          <p:nvPr/>
        </p:nvGrpSpPr>
        <p:grpSpPr>
          <a:xfrm rot="10800000">
            <a:off x="-1200" y="5301208"/>
            <a:ext cx="9145200" cy="2525395"/>
            <a:chOff x="21624" y="-1020333"/>
            <a:chExt cx="9145200" cy="29015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현 104"/>
            <p:cNvSpPr/>
            <p:nvPr/>
          </p:nvSpPr>
          <p:spPr>
            <a:xfrm rot="17570924">
              <a:off x="984089" y="-106925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현 105"/>
            <p:cNvSpPr/>
            <p:nvPr/>
          </p:nvSpPr>
          <p:spPr>
            <a:xfrm rot="17570924">
              <a:off x="1591239" y="-58815"/>
              <a:ext cx="1998646" cy="18813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현 106"/>
            <p:cNvSpPr/>
            <p:nvPr/>
          </p:nvSpPr>
          <p:spPr>
            <a:xfrm rot="17570924">
              <a:off x="994789" y="-689763"/>
              <a:ext cx="2870962" cy="2209822"/>
            </a:xfrm>
            <a:prstGeom prst="chord">
              <a:avLst>
                <a:gd name="adj1" fmla="val 2820306"/>
                <a:gd name="adj2" fmla="val 16183153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현 107"/>
            <p:cNvSpPr/>
            <p:nvPr/>
          </p:nvSpPr>
          <p:spPr>
            <a:xfrm rot="17477302">
              <a:off x="8053751" y="-121074"/>
              <a:ext cx="1177023" cy="99519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현 108"/>
            <p:cNvSpPr/>
            <p:nvPr/>
          </p:nvSpPr>
          <p:spPr>
            <a:xfrm rot="17477302">
              <a:off x="6905461" y="-175215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현 109"/>
            <p:cNvSpPr/>
            <p:nvPr/>
          </p:nvSpPr>
          <p:spPr>
            <a:xfrm rot="17570924">
              <a:off x="386731" y="-405073"/>
              <a:ext cx="1339206" cy="1176541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현 110"/>
            <p:cNvSpPr/>
            <p:nvPr/>
          </p:nvSpPr>
          <p:spPr>
            <a:xfrm rot="17570924">
              <a:off x="5700394" y="-373228"/>
              <a:ext cx="1603362" cy="116204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현 111"/>
            <p:cNvSpPr/>
            <p:nvPr/>
          </p:nvSpPr>
          <p:spPr>
            <a:xfrm rot="17570924">
              <a:off x="4705814" y="-202267"/>
              <a:ext cx="1603362" cy="1347694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현 112"/>
            <p:cNvSpPr/>
            <p:nvPr/>
          </p:nvSpPr>
          <p:spPr>
            <a:xfrm rot="17570924">
              <a:off x="3495499" y="-21467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smCheck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현 113"/>
            <p:cNvSpPr/>
            <p:nvPr/>
          </p:nvSpPr>
          <p:spPr>
            <a:xfrm rot="17570924">
              <a:off x="3225630" y="-423512"/>
              <a:ext cx="1574500" cy="120238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현 114"/>
            <p:cNvSpPr/>
            <p:nvPr/>
          </p:nvSpPr>
          <p:spPr>
            <a:xfrm rot="18422784">
              <a:off x="-43731" y="-586540"/>
              <a:ext cx="1282837" cy="1152128"/>
            </a:xfrm>
            <a:prstGeom prst="chord">
              <a:avLst>
                <a:gd name="adj1" fmla="val 3190750"/>
                <a:gd name="adj2" fmla="val 1389531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현 115"/>
            <p:cNvSpPr/>
            <p:nvPr/>
          </p:nvSpPr>
          <p:spPr>
            <a:xfrm rot="17570924">
              <a:off x="700662" y="-420646"/>
              <a:ext cx="1580719" cy="1202380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현 116"/>
            <p:cNvSpPr/>
            <p:nvPr/>
          </p:nvSpPr>
          <p:spPr>
            <a:xfrm rot="17477302">
              <a:off x="4581293" y="-557082"/>
              <a:ext cx="1574500" cy="1553570"/>
            </a:xfrm>
            <a:prstGeom prst="chord">
              <a:avLst>
                <a:gd name="adj1" fmla="val 3086858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현 117"/>
            <p:cNvSpPr/>
            <p:nvPr/>
          </p:nvSpPr>
          <p:spPr>
            <a:xfrm rot="17477302">
              <a:off x="5722810" y="-435699"/>
              <a:ext cx="1298781" cy="1188869"/>
            </a:xfrm>
            <a:prstGeom prst="chord">
              <a:avLst>
                <a:gd name="adj1" fmla="val 3086858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현 118"/>
            <p:cNvSpPr/>
            <p:nvPr/>
          </p:nvSpPr>
          <p:spPr>
            <a:xfrm rot="16877273">
              <a:off x="7387661" y="-470518"/>
              <a:ext cx="1244591" cy="1043893"/>
            </a:xfrm>
            <a:prstGeom prst="chord">
              <a:avLst>
                <a:gd name="adj1" fmla="val 4457101"/>
                <a:gd name="adj2" fmla="val 15870791"/>
              </a:avLst>
            </a:prstGeom>
            <a:pattFill prst="dashHorz">
              <a:fgClr>
                <a:schemeClr val="accent5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현 119"/>
            <p:cNvSpPr/>
            <p:nvPr/>
          </p:nvSpPr>
          <p:spPr>
            <a:xfrm rot="17477302">
              <a:off x="6806895" y="-278607"/>
              <a:ext cx="858803" cy="666551"/>
            </a:xfrm>
            <a:prstGeom prst="chord">
              <a:avLst>
                <a:gd name="adj1" fmla="val 3659308"/>
                <a:gd name="adj2" fmla="val 15870791"/>
              </a:avLst>
            </a:prstGeom>
            <a:pattFill prst="dashHorz">
              <a:fgClr>
                <a:schemeClr val="accent1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현 120"/>
            <p:cNvSpPr/>
            <p:nvPr/>
          </p:nvSpPr>
          <p:spPr>
            <a:xfrm rot="16877273">
              <a:off x="7821414" y="-479211"/>
              <a:ext cx="1646928" cy="1043893"/>
            </a:xfrm>
            <a:prstGeom prst="chord">
              <a:avLst>
                <a:gd name="adj1" fmla="val 4457101"/>
                <a:gd name="adj2" fmla="val 1587079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타원 91"/>
          <p:cNvSpPr/>
          <p:nvPr/>
        </p:nvSpPr>
        <p:spPr>
          <a:xfrm>
            <a:off x="4427097" y="4065727"/>
            <a:ext cx="296265" cy="307905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15"/>
          <p:cNvGrpSpPr/>
          <p:nvPr/>
        </p:nvGrpSpPr>
        <p:grpSpPr>
          <a:xfrm>
            <a:off x="0" y="836712"/>
            <a:ext cx="8996889" cy="5532799"/>
            <a:chOff x="112618" y="848528"/>
            <a:chExt cx="8996889" cy="5532799"/>
          </a:xfrm>
        </p:grpSpPr>
        <p:sp>
          <p:nvSpPr>
            <p:cNvPr id="89" name="타원 88"/>
            <p:cNvSpPr/>
            <p:nvPr/>
          </p:nvSpPr>
          <p:spPr>
            <a:xfrm>
              <a:off x="1971077" y="2332481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/>
            <p:cNvSpPr/>
            <p:nvPr/>
          </p:nvSpPr>
          <p:spPr>
            <a:xfrm>
              <a:off x="1883545" y="3098632"/>
              <a:ext cx="579654" cy="540642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/>
            <p:cNvSpPr/>
            <p:nvPr/>
          </p:nvSpPr>
          <p:spPr>
            <a:xfrm>
              <a:off x="5044658" y="315278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31435" y="523260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475853" y="5045633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4457270" y="1823748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/>
            <p:cNvSpPr/>
            <p:nvPr/>
          </p:nvSpPr>
          <p:spPr>
            <a:xfrm>
              <a:off x="1634740" y="2834574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타원 96"/>
            <p:cNvSpPr/>
            <p:nvPr/>
          </p:nvSpPr>
          <p:spPr>
            <a:xfrm>
              <a:off x="4668530" y="2207113"/>
              <a:ext cx="375632" cy="358561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자유형 100"/>
            <p:cNvSpPr/>
            <p:nvPr/>
          </p:nvSpPr>
          <p:spPr>
            <a:xfrm rot="11445430">
              <a:off x="5636618" y="4021134"/>
              <a:ext cx="671177" cy="634746"/>
            </a:xfrm>
            <a:custGeom>
              <a:avLst/>
              <a:gdLst>
                <a:gd name="connsiteX0" fmla="*/ 1783644 w 1783644"/>
                <a:gd name="connsiteY0" fmla="*/ 496711 h 1975556"/>
                <a:gd name="connsiteX1" fmla="*/ 1772355 w 1783644"/>
                <a:gd name="connsiteY1" fmla="*/ 338667 h 1975556"/>
                <a:gd name="connsiteX2" fmla="*/ 1761066 w 1783644"/>
                <a:gd name="connsiteY2" fmla="*/ 304800 h 1975556"/>
                <a:gd name="connsiteX3" fmla="*/ 1727200 w 1783644"/>
                <a:gd name="connsiteY3" fmla="*/ 282222 h 1975556"/>
                <a:gd name="connsiteX4" fmla="*/ 1682044 w 1783644"/>
                <a:gd name="connsiteY4" fmla="*/ 214489 h 1975556"/>
                <a:gd name="connsiteX5" fmla="*/ 1648177 w 1783644"/>
                <a:gd name="connsiteY5" fmla="*/ 203200 h 1975556"/>
                <a:gd name="connsiteX6" fmla="*/ 1625600 w 1783644"/>
                <a:gd name="connsiteY6" fmla="*/ 169333 h 1975556"/>
                <a:gd name="connsiteX7" fmla="*/ 1591733 w 1783644"/>
                <a:gd name="connsiteY7" fmla="*/ 158044 h 1975556"/>
                <a:gd name="connsiteX8" fmla="*/ 1512711 w 1783644"/>
                <a:gd name="connsiteY8" fmla="*/ 135467 h 1975556"/>
                <a:gd name="connsiteX9" fmla="*/ 1422400 w 1783644"/>
                <a:gd name="connsiteY9" fmla="*/ 67733 h 1975556"/>
                <a:gd name="connsiteX10" fmla="*/ 1275644 w 1783644"/>
                <a:gd name="connsiteY10" fmla="*/ 33867 h 1975556"/>
                <a:gd name="connsiteX11" fmla="*/ 1219200 w 1783644"/>
                <a:gd name="connsiteY11" fmla="*/ 22578 h 1975556"/>
                <a:gd name="connsiteX12" fmla="*/ 1128889 w 1783644"/>
                <a:gd name="connsiteY12" fmla="*/ 0 h 1975556"/>
                <a:gd name="connsiteX13" fmla="*/ 666044 w 1783644"/>
                <a:gd name="connsiteY13" fmla="*/ 11289 h 1975556"/>
                <a:gd name="connsiteX14" fmla="*/ 587022 w 1783644"/>
                <a:gd name="connsiteY14" fmla="*/ 45156 h 1975556"/>
                <a:gd name="connsiteX15" fmla="*/ 496711 w 1783644"/>
                <a:gd name="connsiteY15" fmla="*/ 90311 h 1975556"/>
                <a:gd name="connsiteX16" fmla="*/ 417689 w 1783644"/>
                <a:gd name="connsiteY16" fmla="*/ 135467 h 1975556"/>
                <a:gd name="connsiteX17" fmla="*/ 270933 w 1783644"/>
                <a:gd name="connsiteY17" fmla="*/ 237067 h 1975556"/>
                <a:gd name="connsiteX18" fmla="*/ 237066 w 1783644"/>
                <a:gd name="connsiteY18" fmla="*/ 270933 h 1975556"/>
                <a:gd name="connsiteX19" fmla="*/ 191911 w 1783644"/>
                <a:gd name="connsiteY19" fmla="*/ 304800 h 1975556"/>
                <a:gd name="connsiteX20" fmla="*/ 146755 w 1783644"/>
                <a:gd name="connsiteY20" fmla="*/ 372533 h 1975556"/>
                <a:gd name="connsiteX21" fmla="*/ 135466 w 1783644"/>
                <a:gd name="connsiteY21" fmla="*/ 406400 h 1975556"/>
                <a:gd name="connsiteX22" fmla="*/ 67733 w 1783644"/>
                <a:gd name="connsiteY22" fmla="*/ 496711 h 1975556"/>
                <a:gd name="connsiteX23" fmla="*/ 56444 w 1783644"/>
                <a:gd name="connsiteY23" fmla="*/ 541867 h 1975556"/>
                <a:gd name="connsiteX24" fmla="*/ 33866 w 1783644"/>
                <a:gd name="connsiteY24" fmla="*/ 587022 h 1975556"/>
                <a:gd name="connsiteX25" fmla="*/ 22577 w 1783644"/>
                <a:gd name="connsiteY25" fmla="*/ 643467 h 1975556"/>
                <a:gd name="connsiteX26" fmla="*/ 0 w 1783644"/>
                <a:gd name="connsiteY26" fmla="*/ 711200 h 1975556"/>
                <a:gd name="connsiteX27" fmla="*/ 11289 w 1783644"/>
                <a:gd name="connsiteY27" fmla="*/ 1332089 h 1975556"/>
                <a:gd name="connsiteX28" fmla="*/ 45155 w 1783644"/>
                <a:gd name="connsiteY28" fmla="*/ 1422400 h 1975556"/>
                <a:gd name="connsiteX29" fmla="*/ 67733 w 1783644"/>
                <a:gd name="connsiteY29" fmla="*/ 1512711 h 1975556"/>
                <a:gd name="connsiteX30" fmla="*/ 79022 w 1783644"/>
                <a:gd name="connsiteY30" fmla="*/ 1557867 h 1975556"/>
                <a:gd name="connsiteX31" fmla="*/ 90311 w 1783644"/>
                <a:gd name="connsiteY31" fmla="*/ 1614311 h 1975556"/>
                <a:gd name="connsiteX32" fmla="*/ 112889 w 1783644"/>
                <a:gd name="connsiteY32" fmla="*/ 1659467 h 1975556"/>
                <a:gd name="connsiteX33" fmla="*/ 146755 w 1783644"/>
                <a:gd name="connsiteY33" fmla="*/ 1704622 h 1975556"/>
                <a:gd name="connsiteX34" fmla="*/ 180622 w 1783644"/>
                <a:gd name="connsiteY34" fmla="*/ 1715911 h 1975556"/>
                <a:gd name="connsiteX35" fmla="*/ 237066 w 1783644"/>
                <a:gd name="connsiteY35" fmla="*/ 1738489 h 1975556"/>
                <a:gd name="connsiteX36" fmla="*/ 304800 w 1783644"/>
                <a:gd name="connsiteY36" fmla="*/ 1772356 h 1975556"/>
                <a:gd name="connsiteX37" fmla="*/ 372533 w 1783644"/>
                <a:gd name="connsiteY37" fmla="*/ 1817511 h 1975556"/>
                <a:gd name="connsiteX38" fmla="*/ 496711 w 1783644"/>
                <a:gd name="connsiteY38" fmla="*/ 1873956 h 1975556"/>
                <a:gd name="connsiteX39" fmla="*/ 541866 w 1783644"/>
                <a:gd name="connsiteY39" fmla="*/ 1896533 h 1975556"/>
                <a:gd name="connsiteX40" fmla="*/ 587022 w 1783644"/>
                <a:gd name="connsiteY40" fmla="*/ 1907822 h 1975556"/>
                <a:gd name="connsiteX41" fmla="*/ 620889 w 1783644"/>
                <a:gd name="connsiteY41" fmla="*/ 1930400 h 1975556"/>
                <a:gd name="connsiteX42" fmla="*/ 699911 w 1783644"/>
                <a:gd name="connsiteY42" fmla="*/ 1941689 h 1975556"/>
                <a:gd name="connsiteX43" fmla="*/ 745066 w 1783644"/>
                <a:gd name="connsiteY43" fmla="*/ 1952978 h 1975556"/>
                <a:gd name="connsiteX44" fmla="*/ 778933 w 1783644"/>
                <a:gd name="connsiteY44" fmla="*/ 1964267 h 1975556"/>
                <a:gd name="connsiteX45" fmla="*/ 857955 w 1783644"/>
                <a:gd name="connsiteY45" fmla="*/ 1975556 h 1975556"/>
                <a:gd name="connsiteX46" fmla="*/ 1140177 w 1783644"/>
                <a:gd name="connsiteY46" fmla="*/ 1964267 h 1975556"/>
                <a:gd name="connsiteX47" fmla="*/ 1185333 w 1783644"/>
                <a:gd name="connsiteY47" fmla="*/ 1930400 h 1975556"/>
                <a:gd name="connsiteX48" fmla="*/ 1219200 w 1783644"/>
                <a:gd name="connsiteY48" fmla="*/ 1919111 h 1975556"/>
                <a:gd name="connsiteX49" fmla="*/ 1275644 w 1783644"/>
                <a:gd name="connsiteY49" fmla="*/ 1862667 h 1975556"/>
                <a:gd name="connsiteX50" fmla="*/ 1309511 w 1783644"/>
                <a:gd name="connsiteY50" fmla="*/ 1840089 h 1975556"/>
                <a:gd name="connsiteX51" fmla="*/ 1377244 w 1783644"/>
                <a:gd name="connsiteY51" fmla="*/ 1738489 h 1975556"/>
                <a:gd name="connsiteX52" fmla="*/ 1399822 w 1783644"/>
                <a:gd name="connsiteY52" fmla="*/ 1704622 h 1975556"/>
                <a:gd name="connsiteX53" fmla="*/ 1422400 w 1783644"/>
                <a:gd name="connsiteY53" fmla="*/ 1670756 h 197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783644" h="1975556">
                  <a:moveTo>
                    <a:pt x="1783644" y="496711"/>
                  </a:moveTo>
                  <a:cubicBezTo>
                    <a:pt x="1779881" y="444030"/>
                    <a:pt x="1778526" y="391121"/>
                    <a:pt x="1772355" y="338667"/>
                  </a:cubicBezTo>
                  <a:cubicBezTo>
                    <a:pt x="1770965" y="326849"/>
                    <a:pt x="1768500" y="314092"/>
                    <a:pt x="1761066" y="304800"/>
                  </a:cubicBezTo>
                  <a:cubicBezTo>
                    <a:pt x="1752591" y="294206"/>
                    <a:pt x="1738489" y="289748"/>
                    <a:pt x="1727200" y="282222"/>
                  </a:cubicBezTo>
                  <a:cubicBezTo>
                    <a:pt x="1715364" y="246716"/>
                    <a:pt x="1718285" y="238649"/>
                    <a:pt x="1682044" y="214489"/>
                  </a:cubicBezTo>
                  <a:cubicBezTo>
                    <a:pt x="1672143" y="207888"/>
                    <a:pt x="1659466" y="206963"/>
                    <a:pt x="1648177" y="203200"/>
                  </a:cubicBezTo>
                  <a:cubicBezTo>
                    <a:pt x="1640651" y="191911"/>
                    <a:pt x="1636194" y="177809"/>
                    <a:pt x="1625600" y="169333"/>
                  </a:cubicBezTo>
                  <a:cubicBezTo>
                    <a:pt x="1616308" y="161899"/>
                    <a:pt x="1603175" y="161313"/>
                    <a:pt x="1591733" y="158044"/>
                  </a:cubicBezTo>
                  <a:cubicBezTo>
                    <a:pt x="1492517" y="129698"/>
                    <a:pt x="1593904" y="162532"/>
                    <a:pt x="1512711" y="135467"/>
                  </a:cubicBezTo>
                  <a:cubicBezTo>
                    <a:pt x="1482607" y="112889"/>
                    <a:pt x="1458099" y="79632"/>
                    <a:pt x="1422400" y="67733"/>
                  </a:cubicBezTo>
                  <a:cubicBezTo>
                    <a:pt x="1316314" y="32373"/>
                    <a:pt x="1392882" y="53407"/>
                    <a:pt x="1275644" y="33867"/>
                  </a:cubicBezTo>
                  <a:cubicBezTo>
                    <a:pt x="1256718" y="30713"/>
                    <a:pt x="1237896" y="26892"/>
                    <a:pt x="1219200" y="22578"/>
                  </a:cubicBezTo>
                  <a:cubicBezTo>
                    <a:pt x="1188964" y="15600"/>
                    <a:pt x="1128889" y="0"/>
                    <a:pt x="1128889" y="0"/>
                  </a:cubicBezTo>
                  <a:cubicBezTo>
                    <a:pt x="974607" y="3763"/>
                    <a:pt x="820219" y="4437"/>
                    <a:pt x="666044" y="11289"/>
                  </a:cubicBezTo>
                  <a:cubicBezTo>
                    <a:pt x="618712" y="13393"/>
                    <a:pt x="624191" y="24882"/>
                    <a:pt x="587022" y="45156"/>
                  </a:cubicBezTo>
                  <a:cubicBezTo>
                    <a:pt x="557475" y="61273"/>
                    <a:pt x="524715" y="71642"/>
                    <a:pt x="496711" y="90311"/>
                  </a:cubicBezTo>
                  <a:cubicBezTo>
                    <a:pt x="425754" y="137615"/>
                    <a:pt x="503615" y="87731"/>
                    <a:pt x="417689" y="135467"/>
                  </a:cubicBezTo>
                  <a:cubicBezTo>
                    <a:pt x="373221" y="160171"/>
                    <a:pt x="302919" y="205082"/>
                    <a:pt x="270933" y="237067"/>
                  </a:cubicBezTo>
                  <a:cubicBezTo>
                    <a:pt x="259644" y="248356"/>
                    <a:pt x="249187" y="260543"/>
                    <a:pt x="237066" y="270933"/>
                  </a:cubicBezTo>
                  <a:cubicBezTo>
                    <a:pt x="222781" y="283177"/>
                    <a:pt x="204411" y="290738"/>
                    <a:pt x="191911" y="304800"/>
                  </a:cubicBezTo>
                  <a:cubicBezTo>
                    <a:pt x="173883" y="325081"/>
                    <a:pt x="146755" y="372533"/>
                    <a:pt x="146755" y="372533"/>
                  </a:cubicBezTo>
                  <a:cubicBezTo>
                    <a:pt x="142992" y="383822"/>
                    <a:pt x="141855" y="396361"/>
                    <a:pt x="135466" y="406400"/>
                  </a:cubicBezTo>
                  <a:cubicBezTo>
                    <a:pt x="115264" y="438147"/>
                    <a:pt x="67733" y="496711"/>
                    <a:pt x="67733" y="496711"/>
                  </a:cubicBezTo>
                  <a:cubicBezTo>
                    <a:pt x="63970" y="511763"/>
                    <a:pt x="61892" y="527340"/>
                    <a:pt x="56444" y="541867"/>
                  </a:cubicBezTo>
                  <a:cubicBezTo>
                    <a:pt x="50535" y="557624"/>
                    <a:pt x="39188" y="571057"/>
                    <a:pt x="33866" y="587022"/>
                  </a:cubicBezTo>
                  <a:cubicBezTo>
                    <a:pt x="27798" y="605225"/>
                    <a:pt x="27625" y="624955"/>
                    <a:pt x="22577" y="643467"/>
                  </a:cubicBezTo>
                  <a:cubicBezTo>
                    <a:pt x="16315" y="666427"/>
                    <a:pt x="0" y="711200"/>
                    <a:pt x="0" y="711200"/>
                  </a:cubicBezTo>
                  <a:cubicBezTo>
                    <a:pt x="3763" y="918163"/>
                    <a:pt x="4276" y="1125211"/>
                    <a:pt x="11289" y="1332089"/>
                  </a:cubicBezTo>
                  <a:cubicBezTo>
                    <a:pt x="12896" y="1379495"/>
                    <a:pt x="30566" y="1378634"/>
                    <a:pt x="45155" y="1422400"/>
                  </a:cubicBezTo>
                  <a:cubicBezTo>
                    <a:pt x="54968" y="1451838"/>
                    <a:pt x="60207" y="1482607"/>
                    <a:pt x="67733" y="1512711"/>
                  </a:cubicBezTo>
                  <a:cubicBezTo>
                    <a:pt x="71496" y="1527763"/>
                    <a:pt x="75979" y="1542653"/>
                    <a:pt x="79022" y="1557867"/>
                  </a:cubicBezTo>
                  <a:cubicBezTo>
                    <a:pt x="82785" y="1576682"/>
                    <a:pt x="84243" y="1596108"/>
                    <a:pt x="90311" y="1614311"/>
                  </a:cubicBezTo>
                  <a:cubicBezTo>
                    <a:pt x="95633" y="1630276"/>
                    <a:pt x="103970" y="1645196"/>
                    <a:pt x="112889" y="1659467"/>
                  </a:cubicBezTo>
                  <a:cubicBezTo>
                    <a:pt x="122861" y="1675422"/>
                    <a:pt x="132301" y="1692577"/>
                    <a:pt x="146755" y="1704622"/>
                  </a:cubicBezTo>
                  <a:cubicBezTo>
                    <a:pt x="155897" y="1712240"/>
                    <a:pt x="169480" y="1711733"/>
                    <a:pt x="180622" y="1715911"/>
                  </a:cubicBezTo>
                  <a:cubicBezTo>
                    <a:pt x="199596" y="1723026"/>
                    <a:pt x="218941" y="1729427"/>
                    <a:pt x="237066" y="1738489"/>
                  </a:cubicBezTo>
                  <a:cubicBezTo>
                    <a:pt x="324599" y="1782256"/>
                    <a:pt x="219677" y="1743982"/>
                    <a:pt x="304800" y="1772356"/>
                  </a:cubicBezTo>
                  <a:cubicBezTo>
                    <a:pt x="379959" y="1847515"/>
                    <a:pt x="299014" y="1776666"/>
                    <a:pt x="372533" y="1817511"/>
                  </a:cubicBezTo>
                  <a:cubicBezTo>
                    <a:pt x="482387" y="1878542"/>
                    <a:pt x="395162" y="1853646"/>
                    <a:pt x="496711" y="1873956"/>
                  </a:cubicBezTo>
                  <a:cubicBezTo>
                    <a:pt x="511763" y="1881482"/>
                    <a:pt x="526109" y="1890624"/>
                    <a:pt x="541866" y="1896533"/>
                  </a:cubicBezTo>
                  <a:cubicBezTo>
                    <a:pt x="556393" y="1901981"/>
                    <a:pt x="572761" y="1901710"/>
                    <a:pt x="587022" y="1907822"/>
                  </a:cubicBezTo>
                  <a:cubicBezTo>
                    <a:pt x="599493" y="1913167"/>
                    <a:pt x="607894" y="1926501"/>
                    <a:pt x="620889" y="1930400"/>
                  </a:cubicBezTo>
                  <a:cubicBezTo>
                    <a:pt x="646375" y="1938046"/>
                    <a:pt x="673732" y="1936929"/>
                    <a:pt x="699911" y="1941689"/>
                  </a:cubicBezTo>
                  <a:cubicBezTo>
                    <a:pt x="715176" y="1944464"/>
                    <a:pt x="730148" y="1948716"/>
                    <a:pt x="745066" y="1952978"/>
                  </a:cubicBezTo>
                  <a:cubicBezTo>
                    <a:pt x="756508" y="1956247"/>
                    <a:pt x="767264" y="1961933"/>
                    <a:pt x="778933" y="1964267"/>
                  </a:cubicBezTo>
                  <a:cubicBezTo>
                    <a:pt x="805024" y="1969485"/>
                    <a:pt x="831614" y="1971793"/>
                    <a:pt x="857955" y="1975556"/>
                  </a:cubicBezTo>
                  <a:cubicBezTo>
                    <a:pt x="952029" y="1971793"/>
                    <a:pt x="1046911" y="1977131"/>
                    <a:pt x="1140177" y="1964267"/>
                  </a:cubicBezTo>
                  <a:cubicBezTo>
                    <a:pt x="1158816" y="1961696"/>
                    <a:pt x="1168997" y="1939735"/>
                    <a:pt x="1185333" y="1930400"/>
                  </a:cubicBezTo>
                  <a:cubicBezTo>
                    <a:pt x="1195665" y="1924496"/>
                    <a:pt x="1207911" y="1922874"/>
                    <a:pt x="1219200" y="1919111"/>
                  </a:cubicBezTo>
                  <a:cubicBezTo>
                    <a:pt x="1309513" y="1858900"/>
                    <a:pt x="1200381" y="1937928"/>
                    <a:pt x="1275644" y="1862667"/>
                  </a:cubicBezTo>
                  <a:cubicBezTo>
                    <a:pt x="1285238" y="1853073"/>
                    <a:pt x="1298222" y="1847615"/>
                    <a:pt x="1309511" y="1840089"/>
                  </a:cubicBezTo>
                  <a:lnTo>
                    <a:pt x="1377244" y="1738489"/>
                  </a:lnTo>
                  <a:lnTo>
                    <a:pt x="1399822" y="1704622"/>
                  </a:lnTo>
                  <a:lnTo>
                    <a:pt x="1422400" y="1670756"/>
                  </a:lnTo>
                </a:path>
              </a:pathLst>
            </a:cu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타원 98"/>
            <p:cNvSpPr/>
            <p:nvPr/>
          </p:nvSpPr>
          <p:spPr>
            <a:xfrm>
              <a:off x="3596894" y="3192200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/>
            <p:cNvSpPr/>
            <p:nvPr/>
          </p:nvSpPr>
          <p:spPr>
            <a:xfrm>
              <a:off x="3709614" y="3332246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/>
            <p:cNvSpPr/>
            <p:nvPr/>
          </p:nvSpPr>
          <p:spPr>
            <a:xfrm>
              <a:off x="3876789" y="2886946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타원 124"/>
            <p:cNvSpPr/>
            <p:nvPr/>
          </p:nvSpPr>
          <p:spPr>
            <a:xfrm>
              <a:off x="5655349" y="3368953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3528" y="1468591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타원 126"/>
            <p:cNvSpPr/>
            <p:nvPr/>
          </p:nvSpPr>
          <p:spPr>
            <a:xfrm>
              <a:off x="6021377" y="150835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타원 127"/>
            <p:cNvSpPr/>
            <p:nvPr/>
          </p:nvSpPr>
          <p:spPr>
            <a:xfrm>
              <a:off x="7142021" y="4531979"/>
              <a:ext cx="296265" cy="30790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타원 128"/>
            <p:cNvSpPr/>
            <p:nvPr/>
          </p:nvSpPr>
          <p:spPr>
            <a:xfrm>
              <a:off x="8242373" y="563046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타원 129"/>
            <p:cNvSpPr/>
            <p:nvPr/>
          </p:nvSpPr>
          <p:spPr>
            <a:xfrm>
              <a:off x="112618" y="848528"/>
              <a:ext cx="867134" cy="750859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/>
            <p:cNvSpPr/>
            <p:nvPr/>
          </p:nvSpPr>
          <p:spPr>
            <a:xfrm>
              <a:off x="583183" y="1255950"/>
              <a:ext cx="580481" cy="539725"/>
            </a:xfrm>
            <a:prstGeom prst="ellipse">
              <a:avLst/>
            </a:prstGeom>
            <a:solidFill>
              <a:schemeClr val="bg1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/>
            <p:cNvSpPr/>
            <p:nvPr/>
          </p:nvSpPr>
          <p:spPr>
            <a:xfrm>
              <a:off x="3193343" y="3876011"/>
              <a:ext cx="128919" cy="948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</p:grpSp>
      <p:pic>
        <p:nvPicPr>
          <p:cNvPr id="12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1033">
            <a:off x="7605666" y="3538302"/>
            <a:ext cx="1749070" cy="2592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제목 5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학교급식지원센터 홍보 동영상</a:t>
            </a:r>
            <a:endParaRPr lang="ko-KR" altLang="en-US" dirty="0"/>
          </a:p>
        </p:txBody>
      </p:sp>
      <p:sp>
        <p:nvSpPr>
          <p:cNvPr id="61" name="내용 개체 틀 6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fontAlgn="base">
              <a:lnSpc>
                <a:spcPct val="160000"/>
              </a:lnSpc>
              <a:spcBef>
                <a:spcPts val="0"/>
              </a:spcBef>
            </a:pPr>
            <a:endParaRPr lang="ko-KR" altLang="en-US" kern="0" spc="0" dirty="0" smtClean="0">
              <a:solidFill>
                <a:srgbClr val="000000"/>
              </a:solidFill>
            </a:endParaRP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6" name="그림 65" descr="2biUd0151ptr4xvbukkn0_g4vag3.jpg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3568" y="1484784"/>
            <a:ext cx="6912768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11"/>
          <p:cNvSpPr txBox="1">
            <a:spLocks noChangeArrowheads="1"/>
          </p:cNvSpPr>
          <p:nvPr/>
        </p:nvSpPr>
        <p:spPr bwMode="auto">
          <a:xfrm>
            <a:off x="0" y="1412875"/>
            <a:ext cx="8964488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5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여러분이 </a:t>
            </a:r>
            <a:endParaRPr lang="en-US" altLang="ko-KR" sz="5400" b="1" dirty="0" smtClean="0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spcBef>
                <a:spcPct val="50000"/>
              </a:spcBef>
              <a:defRPr/>
            </a:pPr>
            <a:r>
              <a:rPr lang="ko-KR" altLang="en-US" sz="5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대한민국의 희망입니다</a:t>
            </a:r>
            <a:r>
              <a:rPr lang="en-US" altLang="ko-KR" sz="5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!!</a:t>
            </a:r>
            <a:endParaRPr lang="en-US" altLang="ko-KR" sz="5400" b="1" dirty="0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sndAc>
      <p:stSnd>
        <p:snd r:embed="rId2" name="applaus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192</Words>
  <Application>Microsoft Office PowerPoint</Application>
  <PresentationFormat>화면 슬라이드 쇼(4:3)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학교급식지원센터 설치개요</vt:lpstr>
      <vt:lpstr>하남시 무상급식 지원현황</vt:lpstr>
      <vt:lpstr>학교급식지원센터의 업무</vt:lpstr>
      <vt:lpstr>학교급식지원센터의 업무</vt:lpstr>
      <vt:lpstr>학교급식지원센터 홍보 동영상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</dc:creator>
  <cp:lastModifiedBy>liebero h</cp:lastModifiedBy>
  <cp:revision>24</cp:revision>
  <dcterms:created xsi:type="dcterms:W3CDTF">2016-01-19T07:42:49Z</dcterms:created>
  <dcterms:modified xsi:type="dcterms:W3CDTF">2016-07-13T05:00:56Z</dcterms:modified>
</cp:coreProperties>
</file>